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Helvetica Neue"/>
      <p:regular r:id="rId15"/>
      <p:bold r:id="rId16"/>
      <p:italic r:id="rId17"/>
      <p:boldItalic r:id="rId18"/>
    </p:embeddedFont>
    <p:embeddedFont>
      <p:font typeface="Helvetica Neue Light"/>
      <p:regular r:id="rId19"/>
      <p:bold r:id="rId20"/>
      <p:italic r:id="rId21"/>
      <p:boldItalic r:id="rId22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23" roundtripDataSignature="AMtx7mi3j5CDQpgCHyfGFFXHhFl2Bo2D/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AA87A85F-2535-4754-8D24-BC57B00E8C40}">
  <a:tblStyle styleId="{AA87A85F-2535-4754-8D24-BC57B00E8C40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font" Target="fonts/HelveticaNeueLight-bold.fntdata"/><Relationship Id="rId11" Type="http://schemas.openxmlformats.org/officeDocument/2006/relationships/slide" Target="slides/slide6.xml"/><Relationship Id="rId22" Type="http://schemas.openxmlformats.org/officeDocument/2006/relationships/font" Target="fonts/HelveticaNeueLight-boldItalic.fntdata"/><Relationship Id="rId10" Type="http://schemas.openxmlformats.org/officeDocument/2006/relationships/slide" Target="slides/slide5.xml"/><Relationship Id="rId21" Type="http://schemas.openxmlformats.org/officeDocument/2006/relationships/font" Target="fonts/HelveticaNeueLight-italic.fntdata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23" Type="http://customschemas.google.com/relationships/presentationmetadata" Target="meta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HelveticaNeue-regular.fntdata"/><Relationship Id="rId14" Type="http://schemas.openxmlformats.org/officeDocument/2006/relationships/slide" Target="slides/slide9.xml"/><Relationship Id="rId17" Type="http://schemas.openxmlformats.org/officeDocument/2006/relationships/font" Target="fonts/HelveticaNeue-italic.fntdata"/><Relationship Id="rId16" Type="http://schemas.openxmlformats.org/officeDocument/2006/relationships/font" Target="fonts/HelveticaNeue-bold.fntdata"/><Relationship Id="rId5" Type="http://schemas.openxmlformats.org/officeDocument/2006/relationships/notesMaster" Target="notesMasters/notesMaster1.xml"/><Relationship Id="rId19" Type="http://schemas.openxmlformats.org/officeDocument/2006/relationships/font" Target="fonts/HelveticaNeueLight-regular.fntdata"/><Relationship Id="rId6" Type="http://schemas.openxmlformats.org/officeDocument/2006/relationships/slide" Target="slides/slide1.xml"/><Relationship Id="rId18" Type="http://schemas.openxmlformats.org/officeDocument/2006/relationships/font" Target="fonts/HelveticaNeue-boldItalic.fntdata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86" name="Google Shape;86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g38af214e9df_0_23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93" name="Google Shape;93;g38af214e9df_0_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3a45749e8f3_1_0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02" name="Google Shape;102;g3a45749e8f3_1_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g3a45749e8f3_1_6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15" name="Google Shape;115;g3a45749e8f3_1_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g3a45749e8f3_2_10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31" name="Google Shape;131;g3a45749e8f3_2_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g3a45749e8f3_1_12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39" name="Google Shape;139;g3a45749e8f3_1_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g3a45749e8f3_1_18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52" name="Google Shape;152;g3a45749e8f3_1_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g3a45749e8f3_1_24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59" name="Google Shape;159;g3a45749e8f3_1_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a45749e8f3_1_30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66" name="Google Shape;166;g3a45749e8f3_1_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 Slide">
    <p:bg>
      <p:bgPr>
        <a:solidFill>
          <a:srgbClr val="801B19"/>
        </a:solidFill>
      </p:bgPr>
    </p:bg>
    <p:spTree>
      <p:nvGrpSpPr>
        <p:cNvPr id="18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5"/>
          <p:cNvSpPr txBox="1"/>
          <p:nvPr>
            <p:ph type="title"/>
          </p:nvPr>
        </p:nvSpPr>
        <p:spPr>
          <a:xfrm>
            <a:off x="844150" y="3874808"/>
            <a:ext cx="10515600" cy="835416"/>
          </a:xfrm>
          <a:prstGeom prst="rect">
            <a:avLst/>
          </a:prstGeom>
          <a:noFill/>
          <a:ln>
            <a:noFill/>
          </a:ln>
        </p:spPr>
        <p:txBody>
          <a:bodyPr anchorCtr="1" anchor="t" bIns="45700" lIns="91425" spcFirstLastPara="1" rIns="91425" wrap="square" tIns="4570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400"/>
              <a:buFont typeface="Helvetica Neue"/>
              <a:buNone/>
              <a:defRPr sz="34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pic>
        <p:nvPicPr>
          <p:cNvPr id="20" name="Google Shape;20;p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042932" y="1479396"/>
            <a:ext cx="4106136" cy="134772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7"/>
          <p:cNvSpPr txBox="1"/>
          <p:nvPr>
            <p:ph type="title"/>
          </p:nvPr>
        </p:nvSpPr>
        <p:spPr>
          <a:xfrm>
            <a:off x="594303" y="266700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Helvetica Neue"/>
              <a:buNone/>
              <a:defRPr sz="4000">
                <a:solidFill>
                  <a:schemeClr val="dk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7"/>
          <p:cNvSpPr txBox="1"/>
          <p:nvPr>
            <p:ph idx="1" type="body"/>
          </p:nvPr>
        </p:nvSpPr>
        <p:spPr>
          <a:xfrm>
            <a:off x="582427" y="1768950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Helvetica Neue Light"/>
              <a:buChar char="•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Helvetica Neue Light"/>
              <a:buChar char="•"/>
              <a:defRPr sz="2000"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Helvetica Neue Light"/>
              <a:buChar char="•"/>
              <a:defRPr sz="1800"/>
            </a:lvl3pPr>
            <a:lvl4pPr indent="-3302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Helvetica Neue Light"/>
              <a:buChar char="•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Helvetica Neue Light"/>
              <a:buChar char="•"/>
              <a:defRPr sz="1600"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7"/>
          <p:cNvSpPr txBox="1"/>
          <p:nvPr>
            <p:ph idx="12" type="sldNum"/>
          </p:nvPr>
        </p:nvSpPr>
        <p:spPr>
          <a:xfrm>
            <a:off x="10802678" y="6284675"/>
            <a:ext cx="551121" cy="37742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1" i="0" sz="1200" u="none" cap="none" strike="noStrike">
                <a:solidFill>
                  <a:srgbClr val="7F7F7F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1" i="0" sz="1200" u="none" cap="none" strike="noStrike">
                <a:solidFill>
                  <a:srgbClr val="7F7F7F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1" i="0" sz="1200" u="none" cap="none" strike="noStrike">
                <a:solidFill>
                  <a:srgbClr val="7F7F7F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1" i="0" sz="1200" u="none" cap="none" strike="noStrike">
                <a:solidFill>
                  <a:srgbClr val="7F7F7F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1" i="0" sz="1200" u="none" cap="none" strike="noStrike">
                <a:solidFill>
                  <a:srgbClr val="7F7F7F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1" i="0" sz="1200" u="none" cap="none" strike="noStrike">
                <a:solidFill>
                  <a:srgbClr val="7F7F7F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1" i="0" sz="1200" u="none" cap="none" strike="noStrike">
                <a:solidFill>
                  <a:srgbClr val="7F7F7F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1" i="0" sz="1200" u="none" cap="none" strike="noStrike">
                <a:solidFill>
                  <a:srgbClr val="7F7F7F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1" i="0" sz="1200" u="none" cap="none" strike="noStrike">
                <a:solidFill>
                  <a:srgbClr val="7F7F7F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|</a:t>
            </a:r>
            <a:r>
              <a:rPr b="0" lang="en-US"/>
              <a:t>  </a:t>
            </a:r>
            <a:fld id="{00000000-1234-1234-1234-123412341234}" type="slidenum">
              <a:rPr b="0" lang="en-US"/>
              <a:t>‹#›</a:t>
            </a:fld>
            <a:endParaRPr b="0"/>
          </a:p>
        </p:txBody>
      </p:sp>
      <p:sp>
        <p:nvSpPr>
          <p:cNvPr id="25" name="Google Shape;25;p7"/>
          <p:cNvSpPr txBox="1"/>
          <p:nvPr>
            <p:ph idx="10" type="dt"/>
          </p:nvPr>
        </p:nvSpPr>
        <p:spPr>
          <a:xfrm>
            <a:off x="7924800" y="6284674"/>
            <a:ext cx="2877878" cy="37742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>
                <a:solidFill>
                  <a:srgbClr val="7F7F7F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pic>
        <p:nvPicPr>
          <p:cNvPr id="26" name="Google Shape;26;p7"/>
          <p:cNvPicPr preferRelativeResize="0"/>
          <p:nvPr/>
        </p:nvPicPr>
        <p:blipFill rotWithShape="1">
          <a:blip r:embed="rId2">
            <a:alphaModFix/>
          </a:blip>
          <a:srcRect b="38397" l="29654" r="29479" t="38312"/>
          <a:stretch/>
        </p:blipFill>
        <p:spPr>
          <a:xfrm>
            <a:off x="358814" y="6038948"/>
            <a:ext cx="1365812" cy="598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73">
          <p15:clr>
            <a:srgbClr val="FBAE40"/>
          </p15:clr>
        </p15:guide>
        <p15:guide id="2" pos="3840">
          <p15:clr>
            <a:srgbClr val="FBAE40"/>
          </p15:clr>
        </p15:guide>
        <p15:guide id="3" orient="horz" pos="4247">
          <p15:clr>
            <a:srgbClr val="FBAE40"/>
          </p15:clr>
        </p15:guide>
        <p15:guide id="4" orient="horz" pos="164">
          <p15:clr>
            <a:srgbClr val="FBAE40"/>
          </p15:clr>
        </p15:guide>
        <p15:guide id="5" orient="horz" pos="1003">
          <p15:clr>
            <a:srgbClr val="FBAE40"/>
          </p15:clr>
        </p15:guide>
        <p15:guide id="6" pos="121">
          <p15:clr>
            <a:srgbClr val="FBAE40"/>
          </p15:clr>
        </p15:guide>
        <p15:guide id="7" pos="370">
          <p15:clr>
            <a:srgbClr val="FBAE40"/>
          </p15:clr>
        </p15:guide>
        <p15:guide id="8" orient="horz" pos="1117">
          <p15:clr>
            <a:srgbClr val="FBAE40"/>
          </p15:clr>
        </p15:guide>
        <p15:guide id="9" pos="6992">
          <p15:clr>
            <a:srgbClr val="FBAE40"/>
          </p15:clr>
        </p15:guide>
        <p15:guide id="10" orient="horz" pos="3861">
          <p15:clr>
            <a:srgbClr val="FBAE40"/>
          </p15:clr>
        </p15:guide>
        <p15:guide id="11" pos="7559">
          <p15:clr>
            <a:srgbClr val="FBAE40"/>
          </p15:clr>
        </p15:guide>
        <p15:guide id="12" orient="horz" pos="3952">
          <p15:clr>
            <a:srgbClr val="FBAE40"/>
          </p15:clr>
        </p15:guide>
        <p15:guide id="13" orient="horz" pos="4201">
          <p15:clr>
            <a:srgbClr val="FBAE40"/>
          </p15:clr>
        </p15:guide>
        <p15:guide id="14" orient="horz" pos="4110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6"/>
          <p:cNvSpPr txBox="1"/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5400"/>
              <a:buFont typeface="Helvetica Neue"/>
              <a:buNone/>
              <a:defRPr sz="5400">
                <a:solidFill>
                  <a:schemeClr val="dk2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6"/>
          <p:cNvSpPr txBox="1"/>
          <p:nvPr>
            <p:ph idx="1" type="body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Helvetica Neue Light"/>
              <a:buNone/>
              <a:defRPr b="0" i="0" sz="2000">
                <a:solidFill>
                  <a:srgbClr val="888888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Helvetica Neue Light"/>
              <a:buNone/>
              <a:defRPr sz="20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Font typeface="Helvetica Neue Light"/>
              <a:buNone/>
              <a:defRPr sz="18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Helvetica Neue Light"/>
              <a:buNone/>
              <a:defRPr sz="16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Helvetica Neue Light"/>
              <a:buNone/>
              <a:defRPr sz="16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6"/>
          <p:cNvSpPr txBox="1"/>
          <p:nvPr>
            <p:ph idx="12" type="sldNum"/>
          </p:nvPr>
        </p:nvSpPr>
        <p:spPr>
          <a:xfrm>
            <a:off x="10802678" y="6284675"/>
            <a:ext cx="551121" cy="37742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1" i="0" sz="1200" u="none" cap="none" strike="noStrike">
                <a:solidFill>
                  <a:srgbClr val="7F7F7F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1" i="0" sz="1200" u="none" cap="none" strike="noStrike">
                <a:solidFill>
                  <a:srgbClr val="7F7F7F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1" i="0" sz="1200" u="none" cap="none" strike="noStrike">
                <a:solidFill>
                  <a:srgbClr val="7F7F7F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1" i="0" sz="1200" u="none" cap="none" strike="noStrike">
                <a:solidFill>
                  <a:srgbClr val="7F7F7F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1" i="0" sz="1200" u="none" cap="none" strike="noStrike">
                <a:solidFill>
                  <a:srgbClr val="7F7F7F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1" i="0" sz="1200" u="none" cap="none" strike="noStrike">
                <a:solidFill>
                  <a:srgbClr val="7F7F7F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1" i="0" sz="1200" u="none" cap="none" strike="noStrike">
                <a:solidFill>
                  <a:srgbClr val="7F7F7F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1" i="0" sz="1200" u="none" cap="none" strike="noStrike">
                <a:solidFill>
                  <a:srgbClr val="7F7F7F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1" i="0" sz="1200" u="none" cap="none" strike="noStrike">
                <a:solidFill>
                  <a:srgbClr val="7F7F7F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|</a:t>
            </a:r>
            <a:r>
              <a:rPr b="0" lang="en-US"/>
              <a:t>  </a:t>
            </a:r>
            <a:fld id="{00000000-1234-1234-1234-123412341234}" type="slidenum">
              <a:rPr b="0" lang="en-US"/>
              <a:t>‹#›</a:t>
            </a:fld>
            <a:endParaRPr b="0"/>
          </a:p>
        </p:txBody>
      </p:sp>
      <p:sp>
        <p:nvSpPr>
          <p:cNvPr id="31" name="Google Shape;31;p6"/>
          <p:cNvSpPr txBox="1"/>
          <p:nvPr>
            <p:ph idx="10" type="dt"/>
          </p:nvPr>
        </p:nvSpPr>
        <p:spPr>
          <a:xfrm>
            <a:off x="7924800" y="6284674"/>
            <a:ext cx="2877878" cy="37742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>
                <a:solidFill>
                  <a:srgbClr val="7F7F7F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pic>
        <p:nvPicPr>
          <p:cNvPr id="32" name="Google Shape;32;p6"/>
          <p:cNvPicPr preferRelativeResize="0"/>
          <p:nvPr/>
        </p:nvPicPr>
        <p:blipFill rotWithShape="1">
          <a:blip r:embed="rId2">
            <a:alphaModFix/>
          </a:blip>
          <a:srcRect b="38397" l="29654" r="29479" t="38312"/>
          <a:stretch/>
        </p:blipFill>
        <p:spPr>
          <a:xfrm>
            <a:off x="358814" y="6038948"/>
            <a:ext cx="1365812" cy="598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8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8"/>
          <p:cNvSpPr txBox="1"/>
          <p:nvPr>
            <p:ph idx="1" type="body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" name="Google Shape;36;p8"/>
          <p:cNvSpPr txBox="1"/>
          <p:nvPr>
            <p:ph idx="2" type="body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" name="Google Shape;37;p8"/>
          <p:cNvSpPr txBox="1"/>
          <p:nvPr>
            <p:ph idx="12" type="sldNum"/>
          </p:nvPr>
        </p:nvSpPr>
        <p:spPr>
          <a:xfrm>
            <a:off x="10802678" y="6284675"/>
            <a:ext cx="551121" cy="37742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1" i="0" sz="1200" u="none" cap="none" strike="noStrike">
                <a:solidFill>
                  <a:srgbClr val="7F7F7F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1" i="0" sz="1200" u="none" cap="none" strike="noStrike">
                <a:solidFill>
                  <a:srgbClr val="7F7F7F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1" i="0" sz="1200" u="none" cap="none" strike="noStrike">
                <a:solidFill>
                  <a:srgbClr val="7F7F7F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1" i="0" sz="1200" u="none" cap="none" strike="noStrike">
                <a:solidFill>
                  <a:srgbClr val="7F7F7F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1" i="0" sz="1200" u="none" cap="none" strike="noStrike">
                <a:solidFill>
                  <a:srgbClr val="7F7F7F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1" i="0" sz="1200" u="none" cap="none" strike="noStrike">
                <a:solidFill>
                  <a:srgbClr val="7F7F7F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1" i="0" sz="1200" u="none" cap="none" strike="noStrike">
                <a:solidFill>
                  <a:srgbClr val="7F7F7F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1" i="0" sz="1200" u="none" cap="none" strike="noStrike">
                <a:solidFill>
                  <a:srgbClr val="7F7F7F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1" i="0" sz="1200" u="none" cap="none" strike="noStrike">
                <a:solidFill>
                  <a:srgbClr val="7F7F7F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|</a:t>
            </a:r>
            <a:r>
              <a:rPr b="0" lang="en-US"/>
              <a:t>  </a:t>
            </a:r>
            <a:fld id="{00000000-1234-1234-1234-123412341234}" type="slidenum">
              <a:rPr b="0" lang="en-US"/>
              <a:t>‹#›</a:t>
            </a:fld>
            <a:endParaRPr b="0"/>
          </a:p>
        </p:txBody>
      </p:sp>
      <p:sp>
        <p:nvSpPr>
          <p:cNvPr id="38" name="Google Shape;38;p8"/>
          <p:cNvSpPr txBox="1"/>
          <p:nvPr>
            <p:ph idx="10" type="dt"/>
          </p:nvPr>
        </p:nvSpPr>
        <p:spPr>
          <a:xfrm>
            <a:off x="7924800" y="6284674"/>
            <a:ext cx="2877878" cy="37742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>
                <a:solidFill>
                  <a:srgbClr val="7F7F7F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pic>
        <p:nvPicPr>
          <p:cNvPr id="39" name="Google Shape;39;p8"/>
          <p:cNvPicPr preferRelativeResize="0"/>
          <p:nvPr/>
        </p:nvPicPr>
        <p:blipFill rotWithShape="1">
          <a:blip r:embed="rId2">
            <a:alphaModFix/>
          </a:blip>
          <a:srcRect b="38397" l="29654" r="29479" t="38312"/>
          <a:stretch/>
        </p:blipFill>
        <p:spPr>
          <a:xfrm>
            <a:off x="358814" y="6038948"/>
            <a:ext cx="1365812" cy="598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9"/>
          <p:cNvSpPr txBox="1"/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9"/>
          <p:cNvSpPr txBox="1"/>
          <p:nvPr>
            <p:ph idx="1" type="body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Helvetica Neue Light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Helvetica Neue Light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Helvetica Neue Light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Helvetica Neue Light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Helvetica Neue Light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3" name="Google Shape;43;p9"/>
          <p:cNvSpPr txBox="1"/>
          <p:nvPr>
            <p:ph idx="2" type="body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4" name="Google Shape;44;p9"/>
          <p:cNvSpPr txBox="1"/>
          <p:nvPr>
            <p:ph idx="3" type="body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Helvetica Neue Light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Helvetica Neue Light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Helvetica Neue Light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Helvetica Neue Light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Helvetica Neue Light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9"/>
          <p:cNvSpPr txBox="1"/>
          <p:nvPr>
            <p:ph idx="4" type="body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6" name="Google Shape;46;p9"/>
          <p:cNvSpPr txBox="1"/>
          <p:nvPr>
            <p:ph idx="12" type="sldNum"/>
          </p:nvPr>
        </p:nvSpPr>
        <p:spPr>
          <a:xfrm>
            <a:off x="10802678" y="6284675"/>
            <a:ext cx="551121" cy="37742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1" i="0" sz="1200" u="none" cap="none" strike="noStrike">
                <a:solidFill>
                  <a:srgbClr val="7F7F7F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1" i="0" sz="1200" u="none" cap="none" strike="noStrike">
                <a:solidFill>
                  <a:srgbClr val="7F7F7F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1" i="0" sz="1200" u="none" cap="none" strike="noStrike">
                <a:solidFill>
                  <a:srgbClr val="7F7F7F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1" i="0" sz="1200" u="none" cap="none" strike="noStrike">
                <a:solidFill>
                  <a:srgbClr val="7F7F7F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1" i="0" sz="1200" u="none" cap="none" strike="noStrike">
                <a:solidFill>
                  <a:srgbClr val="7F7F7F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1" i="0" sz="1200" u="none" cap="none" strike="noStrike">
                <a:solidFill>
                  <a:srgbClr val="7F7F7F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1" i="0" sz="1200" u="none" cap="none" strike="noStrike">
                <a:solidFill>
                  <a:srgbClr val="7F7F7F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1" i="0" sz="1200" u="none" cap="none" strike="noStrike">
                <a:solidFill>
                  <a:srgbClr val="7F7F7F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1" i="0" sz="1200" u="none" cap="none" strike="noStrike">
                <a:solidFill>
                  <a:srgbClr val="7F7F7F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|</a:t>
            </a:r>
            <a:r>
              <a:rPr b="0" lang="en-US"/>
              <a:t>  </a:t>
            </a:r>
            <a:fld id="{00000000-1234-1234-1234-123412341234}" type="slidenum">
              <a:rPr b="0" lang="en-US"/>
              <a:t>‹#›</a:t>
            </a:fld>
            <a:endParaRPr b="0"/>
          </a:p>
        </p:txBody>
      </p:sp>
      <p:sp>
        <p:nvSpPr>
          <p:cNvPr id="47" name="Google Shape;47;p9"/>
          <p:cNvSpPr txBox="1"/>
          <p:nvPr>
            <p:ph idx="10" type="dt"/>
          </p:nvPr>
        </p:nvSpPr>
        <p:spPr>
          <a:xfrm>
            <a:off x="7924800" y="6284674"/>
            <a:ext cx="2877878" cy="37742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>
                <a:solidFill>
                  <a:srgbClr val="7F7F7F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pic>
        <p:nvPicPr>
          <p:cNvPr id="48" name="Google Shape;48;p9"/>
          <p:cNvPicPr preferRelativeResize="0"/>
          <p:nvPr/>
        </p:nvPicPr>
        <p:blipFill rotWithShape="1">
          <a:blip r:embed="rId2">
            <a:alphaModFix/>
          </a:blip>
          <a:srcRect b="38397" l="29654" r="29479" t="38312"/>
          <a:stretch/>
        </p:blipFill>
        <p:spPr>
          <a:xfrm>
            <a:off x="358814" y="6038948"/>
            <a:ext cx="1365812" cy="598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10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Helvetica Neue"/>
              <a:buNone/>
              <a:defRPr sz="4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10"/>
          <p:cNvSpPr txBox="1"/>
          <p:nvPr>
            <p:ph idx="12" type="sldNum"/>
          </p:nvPr>
        </p:nvSpPr>
        <p:spPr>
          <a:xfrm>
            <a:off x="10802678" y="6284675"/>
            <a:ext cx="551121" cy="37742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1" i="0" sz="1200" u="none" cap="none" strike="noStrike">
                <a:solidFill>
                  <a:srgbClr val="7F7F7F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1" i="0" sz="1200" u="none" cap="none" strike="noStrike">
                <a:solidFill>
                  <a:srgbClr val="7F7F7F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1" i="0" sz="1200" u="none" cap="none" strike="noStrike">
                <a:solidFill>
                  <a:srgbClr val="7F7F7F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1" i="0" sz="1200" u="none" cap="none" strike="noStrike">
                <a:solidFill>
                  <a:srgbClr val="7F7F7F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1" i="0" sz="1200" u="none" cap="none" strike="noStrike">
                <a:solidFill>
                  <a:srgbClr val="7F7F7F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1" i="0" sz="1200" u="none" cap="none" strike="noStrike">
                <a:solidFill>
                  <a:srgbClr val="7F7F7F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1" i="0" sz="1200" u="none" cap="none" strike="noStrike">
                <a:solidFill>
                  <a:srgbClr val="7F7F7F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1" i="0" sz="1200" u="none" cap="none" strike="noStrike">
                <a:solidFill>
                  <a:srgbClr val="7F7F7F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1" i="0" sz="1200" u="none" cap="none" strike="noStrike">
                <a:solidFill>
                  <a:srgbClr val="7F7F7F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|</a:t>
            </a:r>
            <a:r>
              <a:rPr b="0" lang="en-US"/>
              <a:t>  </a:t>
            </a:r>
            <a:fld id="{00000000-1234-1234-1234-123412341234}" type="slidenum">
              <a:rPr b="0" lang="en-US"/>
              <a:t>‹#›</a:t>
            </a:fld>
            <a:endParaRPr b="0"/>
          </a:p>
        </p:txBody>
      </p:sp>
      <p:sp>
        <p:nvSpPr>
          <p:cNvPr id="52" name="Google Shape;52;p10"/>
          <p:cNvSpPr txBox="1"/>
          <p:nvPr>
            <p:ph idx="10" type="dt"/>
          </p:nvPr>
        </p:nvSpPr>
        <p:spPr>
          <a:xfrm>
            <a:off x="7924800" y="6284674"/>
            <a:ext cx="2877878" cy="37742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>
                <a:solidFill>
                  <a:srgbClr val="7F7F7F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pic>
        <p:nvPicPr>
          <p:cNvPr id="53" name="Google Shape;53;p10"/>
          <p:cNvPicPr preferRelativeResize="0"/>
          <p:nvPr/>
        </p:nvPicPr>
        <p:blipFill rotWithShape="1">
          <a:blip r:embed="rId2">
            <a:alphaModFix/>
          </a:blip>
          <a:srcRect b="38397" l="29654" r="29479" t="38312"/>
          <a:stretch/>
        </p:blipFill>
        <p:spPr>
          <a:xfrm>
            <a:off x="358814" y="6038948"/>
            <a:ext cx="1365812" cy="598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1"/>
          <p:cNvSpPr txBox="1"/>
          <p:nvPr>
            <p:ph idx="12" type="sldNum"/>
          </p:nvPr>
        </p:nvSpPr>
        <p:spPr>
          <a:xfrm>
            <a:off x="10802678" y="6284675"/>
            <a:ext cx="551121" cy="37742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1" i="0" sz="1200" u="none" cap="none" strike="noStrike">
                <a:solidFill>
                  <a:srgbClr val="7F7F7F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1" i="0" sz="1200" u="none" cap="none" strike="noStrike">
                <a:solidFill>
                  <a:srgbClr val="7F7F7F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1" i="0" sz="1200" u="none" cap="none" strike="noStrike">
                <a:solidFill>
                  <a:srgbClr val="7F7F7F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1" i="0" sz="1200" u="none" cap="none" strike="noStrike">
                <a:solidFill>
                  <a:srgbClr val="7F7F7F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1" i="0" sz="1200" u="none" cap="none" strike="noStrike">
                <a:solidFill>
                  <a:srgbClr val="7F7F7F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1" i="0" sz="1200" u="none" cap="none" strike="noStrike">
                <a:solidFill>
                  <a:srgbClr val="7F7F7F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1" i="0" sz="1200" u="none" cap="none" strike="noStrike">
                <a:solidFill>
                  <a:srgbClr val="7F7F7F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1" i="0" sz="1200" u="none" cap="none" strike="noStrike">
                <a:solidFill>
                  <a:srgbClr val="7F7F7F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1" i="0" sz="1200" u="none" cap="none" strike="noStrike">
                <a:solidFill>
                  <a:srgbClr val="7F7F7F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|</a:t>
            </a:r>
            <a:r>
              <a:rPr b="0" lang="en-US"/>
              <a:t>  </a:t>
            </a:r>
            <a:fld id="{00000000-1234-1234-1234-123412341234}" type="slidenum">
              <a:rPr b="0" lang="en-US"/>
              <a:t>‹#›</a:t>
            </a:fld>
            <a:endParaRPr b="0"/>
          </a:p>
        </p:txBody>
      </p:sp>
      <p:sp>
        <p:nvSpPr>
          <p:cNvPr id="56" name="Google Shape;56;p11"/>
          <p:cNvSpPr txBox="1"/>
          <p:nvPr>
            <p:ph idx="10" type="dt"/>
          </p:nvPr>
        </p:nvSpPr>
        <p:spPr>
          <a:xfrm>
            <a:off x="7924800" y="6284674"/>
            <a:ext cx="2877878" cy="37742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>
                <a:solidFill>
                  <a:srgbClr val="7F7F7F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pic>
        <p:nvPicPr>
          <p:cNvPr id="57" name="Google Shape;57;p11"/>
          <p:cNvPicPr preferRelativeResize="0"/>
          <p:nvPr/>
        </p:nvPicPr>
        <p:blipFill rotWithShape="1">
          <a:blip r:embed="rId2">
            <a:alphaModFix/>
          </a:blip>
          <a:srcRect b="38397" l="29654" r="29479" t="38312"/>
          <a:stretch/>
        </p:blipFill>
        <p:spPr>
          <a:xfrm>
            <a:off x="358814" y="6038948"/>
            <a:ext cx="1365812" cy="598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2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Helvetica Neue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12"/>
          <p:cNvSpPr txBox="1"/>
          <p:nvPr>
            <p:ph idx="1" type="body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Helvetica Neue Light"/>
              <a:buChar char="•"/>
              <a:defRPr sz="3200"/>
            </a:lvl1pPr>
            <a:lvl2pPr indent="-4064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Helvetica Neue Light"/>
              <a:buChar char="•"/>
              <a:defRPr sz="2800"/>
            </a:lvl2pPr>
            <a:lvl3pPr indent="-3810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Helvetica Neue Light"/>
              <a:buChar char="•"/>
              <a:defRPr sz="2400"/>
            </a:lvl3pPr>
            <a:lvl4pPr indent="-355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Helvetica Neue Light"/>
              <a:buChar char="•"/>
              <a:defRPr sz="2000"/>
            </a:lvl4pPr>
            <a:lvl5pPr indent="-355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Helvetica Neue Light"/>
              <a:buChar char="•"/>
              <a:defRPr sz="2000"/>
            </a:lvl5pPr>
            <a:lvl6pPr indent="-355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61" name="Google Shape;61;p12"/>
          <p:cNvSpPr txBox="1"/>
          <p:nvPr>
            <p:ph idx="2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Helvetica Neue Light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Helvetica Neue Light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Helvetica Neue Light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Helvetica Neue Light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Helvetica Neue Light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62" name="Google Shape;62;p12"/>
          <p:cNvSpPr txBox="1"/>
          <p:nvPr>
            <p:ph idx="12" type="sldNum"/>
          </p:nvPr>
        </p:nvSpPr>
        <p:spPr>
          <a:xfrm>
            <a:off x="10802678" y="6284675"/>
            <a:ext cx="551121" cy="37742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1" i="0" sz="1200" u="none" cap="none" strike="noStrike">
                <a:solidFill>
                  <a:srgbClr val="7F7F7F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1" i="0" sz="1200" u="none" cap="none" strike="noStrike">
                <a:solidFill>
                  <a:srgbClr val="7F7F7F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1" i="0" sz="1200" u="none" cap="none" strike="noStrike">
                <a:solidFill>
                  <a:srgbClr val="7F7F7F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1" i="0" sz="1200" u="none" cap="none" strike="noStrike">
                <a:solidFill>
                  <a:srgbClr val="7F7F7F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1" i="0" sz="1200" u="none" cap="none" strike="noStrike">
                <a:solidFill>
                  <a:srgbClr val="7F7F7F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1" i="0" sz="1200" u="none" cap="none" strike="noStrike">
                <a:solidFill>
                  <a:srgbClr val="7F7F7F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1" i="0" sz="1200" u="none" cap="none" strike="noStrike">
                <a:solidFill>
                  <a:srgbClr val="7F7F7F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1" i="0" sz="1200" u="none" cap="none" strike="noStrike">
                <a:solidFill>
                  <a:srgbClr val="7F7F7F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1" i="0" sz="1200" u="none" cap="none" strike="noStrike">
                <a:solidFill>
                  <a:srgbClr val="7F7F7F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|</a:t>
            </a:r>
            <a:r>
              <a:rPr b="0" lang="en-US"/>
              <a:t>  </a:t>
            </a:r>
            <a:fld id="{00000000-1234-1234-1234-123412341234}" type="slidenum">
              <a:rPr b="0" lang="en-US"/>
              <a:t>‹#›</a:t>
            </a:fld>
            <a:endParaRPr b="0"/>
          </a:p>
        </p:txBody>
      </p:sp>
      <p:sp>
        <p:nvSpPr>
          <p:cNvPr id="63" name="Google Shape;63;p12"/>
          <p:cNvSpPr txBox="1"/>
          <p:nvPr>
            <p:ph idx="10" type="dt"/>
          </p:nvPr>
        </p:nvSpPr>
        <p:spPr>
          <a:xfrm>
            <a:off x="7924800" y="6284674"/>
            <a:ext cx="2877878" cy="37742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>
                <a:solidFill>
                  <a:srgbClr val="7F7F7F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pic>
        <p:nvPicPr>
          <p:cNvPr id="64" name="Google Shape;64;p12"/>
          <p:cNvPicPr preferRelativeResize="0"/>
          <p:nvPr/>
        </p:nvPicPr>
        <p:blipFill rotWithShape="1">
          <a:blip r:embed="rId2">
            <a:alphaModFix/>
          </a:blip>
          <a:srcRect b="38397" l="29654" r="29479" t="38312"/>
          <a:stretch/>
        </p:blipFill>
        <p:spPr>
          <a:xfrm>
            <a:off x="358814" y="6038948"/>
            <a:ext cx="1365812" cy="598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3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Helvetica Neue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13"/>
          <p:cNvSpPr/>
          <p:nvPr>
            <p:ph idx="2" type="pic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68" name="Google Shape;68;p13"/>
          <p:cNvSpPr txBox="1"/>
          <p:nvPr>
            <p:ph idx="1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Helvetica Neue Light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Helvetica Neue Light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Helvetica Neue Light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Helvetica Neue Light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Helvetica Neue Light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69" name="Google Shape;69;p13"/>
          <p:cNvSpPr txBox="1"/>
          <p:nvPr>
            <p:ph idx="12" type="sldNum"/>
          </p:nvPr>
        </p:nvSpPr>
        <p:spPr>
          <a:xfrm>
            <a:off x="10802678" y="6284675"/>
            <a:ext cx="551121" cy="37742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1" i="0" sz="1200" u="none" cap="none" strike="noStrike">
                <a:solidFill>
                  <a:srgbClr val="7F7F7F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1" i="0" sz="1200" u="none" cap="none" strike="noStrike">
                <a:solidFill>
                  <a:srgbClr val="7F7F7F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1" i="0" sz="1200" u="none" cap="none" strike="noStrike">
                <a:solidFill>
                  <a:srgbClr val="7F7F7F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1" i="0" sz="1200" u="none" cap="none" strike="noStrike">
                <a:solidFill>
                  <a:srgbClr val="7F7F7F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1" i="0" sz="1200" u="none" cap="none" strike="noStrike">
                <a:solidFill>
                  <a:srgbClr val="7F7F7F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1" i="0" sz="1200" u="none" cap="none" strike="noStrike">
                <a:solidFill>
                  <a:srgbClr val="7F7F7F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1" i="0" sz="1200" u="none" cap="none" strike="noStrike">
                <a:solidFill>
                  <a:srgbClr val="7F7F7F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1" i="0" sz="1200" u="none" cap="none" strike="noStrike">
                <a:solidFill>
                  <a:srgbClr val="7F7F7F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1" i="0" sz="1200" u="none" cap="none" strike="noStrike">
                <a:solidFill>
                  <a:srgbClr val="7F7F7F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|</a:t>
            </a:r>
            <a:r>
              <a:rPr b="0" lang="en-US"/>
              <a:t>  </a:t>
            </a:r>
            <a:fld id="{00000000-1234-1234-1234-123412341234}" type="slidenum">
              <a:rPr b="0" lang="en-US"/>
              <a:t>‹#›</a:t>
            </a:fld>
            <a:endParaRPr b="0"/>
          </a:p>
        </p:txBody>
      </p:sp>
      <p:sp>
        <p:nvSpPr>
          <p:cNvPr id="70" name="Google Shape;70;p13"/>
          <p:cNvSpPr txBox="1"/>
          <p:nvPr>
            <p:ph idx="10" type="dt"/>
          </p:nvPr>
        </p:nvSpPr>
        <p:spPr>
          <a:xfrm>
            <a:off x="7924800" y="6284674"/>
            <a:ext cx="2877878" cy="37742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>
                <a:solidFill>
                  <a:srgbClr val="7F7F7F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pic>
        <p:nvPicPr>
          <p:cNvPr id="71" name="Google Shape;71;p13"/>
          <p:cNvPicPr preferRelativeResize="0"/>
          <p:nvPr/>
        </p:nvPicPr>
        <p:blipFill rotWithShape="1">
          <a:blip r:embed="rId2">
            <a:alphaModFix/>
          </a:blip>
          <a:srcRect b="38397" l="29654" r="29479" t="38312"/>
          <a:stretch/>
        </p:blipFill>
        <p:spPr>
          <a:xfrm>
            <a:off x="358814" y="6038948"/>
            <a:ext cx="1365812" cy="598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4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Helvetica Neue"/>
              <a:buNone/>
              <a:defRPr sz="4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4" name="Google Shape;74;p14"/>
          <p:cNvSpPr txBox="1"/>
          <p:nvPr>
            <p:ph idx="1" type="body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5" name="Google Shape;75;p14"/>
          <p:cNvSpPr txBox="1"/>
          <p:nvPr>
            <p:ph idx="12" type="sldNum"/>
          </p:nvPr>
        </p:nvSpPr>
        <p:spPr>
          <a:xfrm>
            <a:off x="10802678" y="6284675"/>
            <a:ext cx="551121" cy="37742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1" i="0" sz="1200" u="none" cap="none" strike="noStrike">
                <a:solidFill>
                  <a:srgbClr val="7F7F7F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1" i="0" sz="1200" u="none" cap="none" strike="noStrike">
                <a:solidFill>
                  <a:srgbClr val="7F7F7F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1" i="0" sz="1200" u="none" cap="none" strike="noStrike">
                <a:solidFill>
                  <a:srgbClr val="7F7F7F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1" i="0" sz="1200" u="none" cap="none" strike="noStrike">
                <a:solidFill>
                  <a:srgbClr val="7F7F7F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1" i="0" sz="1200" u="none" cap="none" strike="noStrike">
                <a:solidFill>
                  <a:srgbClr val="7F7F7F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1" i="0" sz="1200" u="none" cap="none" strike="noStrike">
                <a:solidFill>
                  <a:srgbClr val="7F7F7F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1" i="0" sz="1200" u="none" cap="none" strike="noStrike">
                <a:solidFill>
                  <a:srgbClr val="7F7F7F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1" i="0" sz="1200" u="none" cap="none" strike="noStrike">
                <a:solidFill>
                  <a:srgbClr val="7F7F7F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1" i="0" sz="1200" u="none" cap="none" strike="noStrike">
                <a:solidFill>
                  <a:srgbClr val="7F7F7F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|</a:t>
            </a:r>
            <a:r>
              <a:rPr b="0" lang="en-US"/>
              <a:t>  </a:t>
            </a:r>
            <a:fld id="{00000000-1234-1234-1234-123412341234}" type="slidenum">
              <a:rPr b="0" lang="en-US"/>
              <a:t>‹#›</a:t>
            </a:fld>
            <a:endParaRPr b="0"/>
          </a:p>
        </p:txBody>
      </p:sp>
      <p:sp>
        <p:nvSpPr>
          <p:cNvPr id="76" name="Google Shape;76;p14"/>
          <p:cNvSpPr txBox="1"/>
          <p:nvPr>
            <p:ph idx="10" type="dt"/>
          </p:nvPr>
        </p:nvSpPr>
        <p:spPr>
          <a:xfrm>
            <a:off x="7924800" y="6284674"/>
            <a:ext cx="2877878" cy="37742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>
                <a:solidFill>
                  <a:srgbClr val="7F7F7F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pic>
        <p:nvPicPr>
          <p:cNvPr id="77" name="Google Shape;77;p14"/>
          <p:cNvPicPr preferRelativeResize="0"/>
          <p:nvPr/>
        </p:nvPicPr>
        <p:blipFill rotWithShape="1">
          <a:blip r:embed="rId2">
            <a:alphaModFix/>
          </a:blip>
          <a:srcRect b="38397" l="29654" r="29479" t="38312"/>
          <a:stretch/>
        </p:blipFill>
        <p:spPr>
          <a:xfrm>
            <a:off x="358814" y="6038948"/>
            <a:ext cx="1365812" cy="598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5"/>
          <p:cNvSpPr txBox="1"/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Helvetica Neue"/>
              <a:buNone/>
              <a:defRPr sz="4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5"/>
          <p:cNvSpPr txBox="1"/>
          <p:nvPr>
            <p:ph idx="1" type="body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81" name="Google Shape;81;p15"/>
          <p:cNvSpPr txBox="1"/>
          <p:nvPr>
            <p:ph idx="12" type="sldNum"/>
          </p:nvPr>
        </p:nvSpPr>
        <p:spPr>
          <a:xfrm>
            <a:off x="10802678" y="6284675"/>
            <a:ext cx="551121" cy="37742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1" i="0" sz="1200" u="none" cap="none" strike="noStrike">
                <a:solidFill>
                  <a:srgbClr val="7F7F7F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1" i="0" sz="1200" u="none" cap="none" strike="noStrike">
                <a:solidFill>
                  <a:srgbClr val="7F7F7F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1" i="0" sz="1200" u="none" cap="none" strike="noStrike">
                <a:solidFill>
                  <a:srgbClr val="7F7F7F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1" i="0" sz="1200" u="none" cap="none" strike="noStrike">
                <a:solidFill>
                  <a:srgbClr val="7F7F7F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1" i="0" sz="1200" u="none" cap="none" strike="noStrike">
                <a:solidFill>
                  <a:srgbClr val="7F7F7F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1" i="0" sz="1200" u="none" cap="none" strike="noStrike">
                <a:solidFill>
                  <a:srgbClr val="7F7F7F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1" i="0" sz="1200" u="none" cap="none" strike="noStrike">
                <a:solidFill>
                  <a:srgbClr val="7F7F7F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1" i="0" sz="1200" u="none" cap="none" strike="noStrike">
                <a:solidFill>
                  <a:srgbClr val="7F7F7F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1" i="0" sz="1200" u="none" cap="none" strike="noStrike">
                <a:solidFill>
                  <a:srgbClr val="7F7F7F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|</a:t>
            </a:r>
            <a:r>
              <a:rPr b="0" lang="en-US"/>
              <a:t>  </a:t>
            </a:r>
            <a:fld id="{00000000-1234-1234-1234-123412341234}" type="slidenum">
              <a:rPr b="0" lang="en-US"/>
              <a:t>‹#›</a:t>
            </a:fld>
            <a:endParaRPr b="0"/>
          </a:p>
        </p:txBody>
      </p:sp>
      <p:sp>
        <p:nvSpPr>
          <p:cNvPr id="82" name="Google Shape;82;p15"/>
          <p:cNvSpPr txBox="1"/>
          <p:nvPr>
            <p:ph idx="10" type="dt"/>
          </p:nvPr>
        </p:nvSpPr>
        <p:spPr>
          <a:xfrm>
            <a:off x="7924800" y="6284674"/>
            <a:ext cx="2877878" cy="37742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>
                <a:solidFill>
                  <a:srgbClr val="7F7F7F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pic>
        <p:nvPicPr>
          <p:cNvPr id="83" name="Google Shape;83;p15"/>
          <p:cNvPicPr preferRelativeResize="0"/>
          <p:nvPr/>
        </p:nvPicPr>
        <p:blipFill rotWithShape="1">
          <a:blip r:embed="rId2">
            <a:alphaModFix/>
          </a:blip>
          <a:srcRect b="38397" l="29654" r="29479" t="38312"/>
          <a:stretch/>
        </p:blipFill>
        <p:spPr>
          <a:xfrm>
            <a:off x="358814" y="6038948"/>
            <a:ext cx="1365812" cy="598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0.xml"/><Relationship Id="rId10" Type="http://schemas.openxmlformats.org/officeDocument/2006/relationships/slideLayout" Target="../slideLayouts/slideLayout9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1.xml"/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9" Type="http://schemas.openxmlformats.org/officeDocument/2006/relationships/slideLayout" Target="../slideLayouts/slideLayout8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2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4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Helvetica Neue"/>
              <a:buNone/>
              <a:defRPr b="1" i="0" sz="4000" u="none" cap="none" strike="noStrik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1" name="Google Shape;11;p4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Helvetica Neue Light"/>
              <a:buChar char="•"/>
              <a:defRPr b="0" i="0" sz="2800" u="none" cap="none" strike="noStrike">
                <a:solidFill>
                  <a:schemeClr val="dk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1pPr>
            <a:lvl2pPr indent="-3810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Helvetica Neue Light"/>
              <a:buChar char="•"/>
              <a:defRPr b="0" i="0" sz="2400" u="none" cap="none" strike="noStrike">
                <a:solidFill>
                  <a:schemeClr val="dk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355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Helvetica Neue Light"/>
              <a:buChar char="•"/>
              <a:defRPr b="0" i="0" sz="2000" u="none" cap="none" strike="noStrike">
                <a:solidFill>
                  <a:schemeClr val="dk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Helvetica Neue Light"/>
              <a:buChar char="•"/>
              <a:defRPr b="0" i="0" sz="1800" u="none" cap="none" strike="noStrike">
                <a:solidFill>
                  <a:schemeClr val="dk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Helvetica Neue Light"/>
              <a:buChar char="•"/>
              <a:defRPr b="0" i="0" sz="1800" u="none" cap="none" strike="noStrike">
                <a:solidFill>
                  <a:schemeClr val="dk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grpSp>
        <p:nvGrpSpPr>
          <p:cNvPr id="12" name="Google Shape;12;p4"/>
          <p:cNvGrpSpPr/>
          <p:nvPr/>
        </p:nvGrpSpPr>
        <p:grpSpPr>
          <a:xfrm>
            <a:off x="0" y="6756400"/>
            <a:ext cx="12192000" cy="105496"/>
            <a:chOff x="0" y="6756400"/>
            <a:chExt cx="12192000" cy="105496"/>
          </a:xfrm>
        </p:grpSpPr>
        <p:pic>
          <p:nvPicPr>
            <p:cNvPr id="13" name="Google Shape;13;p4"/>
            <p:cNvPicPr preferRelativeResize="0"/>
            <p:nvPr/>
          </p:nvPicPr>
          <p:blipFill rotWithShape="1">
            <a:blip r:embed="rId1">
              <a:alphaModFix/>
            </a:blip>
            <a:srcRect b="0" l="0" r="0" t="0"/>
            <a:stretch/>
          </p:blipFill>
          <p:spPr>
            <a:xfrm>
              <a:off x="1524000" y="6756400"/>
              <a:ext cx="9144000" cy="1016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4" name="Google Shape;14;p4"/>
            <p:cNvPicPr preferRelativeResize="0"/>
            <p:nvPr/>
          </p:nvPicPr>
          <p:blipFill rotWithShape="1">
            <a:blip r:embed="rId1">
              <a:alphaModFix/>
            </a:blip>
            <a:srcRect b="15585" l="0" r="71580" t="0"/>
            <a:stretch/>
          </p:blipFill>
          <p:spPr>
            <a:xfrm>
              <a:off x="0" y="6756400"/>
              <a:ext cx="2598717" cy="1016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5" name="Google Shape;15;p4"/>
            <p:cNvPicPr preferRelativeResize="0"/>
            <p:nvPr/>
          </p:nvPicPr>
          <p:blipFill rotWithShape="1">
            <a:blip r:embed="rId1">
              <a:alphaModFix/>
            </a:blip>
            <a:srcRect b="15585" l="0" r="71580" t="0"/>
            <a:stretch/>
          </p:blipFill>
          <p:spPr>
            <a:xfrm>
              <a:off x="9593283" y="6756400"/>
              <a:ext cx="2598717" cy="105496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6" name="Google Shape;16;p4"/>
          <p:cNvSpPr txBox="1"/>
          <p:nvPr>
            <p:ph idx="12" type="sldNum"/>
          </p:nvPr>
        </p:nvSpPr>
        <p:spPr>
          <a:xfrm>
            <a:off x="10802678" y="6284675"/>
            <a:ext cx="551121" cy="37742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1" i="0" sz="1200" u="none" cap="none" strike="noStrike">
                <a:solidFill>
                  <a:srgbClr val="7F7F7F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1" i="0" sz="1200" u="none" cap="none" strike="noStrike">
                <a:solidFill>
                  <a:srgbClr val="7F7F7F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1" i="0" sz="1200" u="none" cap="none" strike="noStrike">
                <a:solidFill>
                  <a:srgbClr val="7F7F7F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1" i="0" sz="1200" u="none" cap="none" strike="noStrike">
                <a:solidFill>
                  <a:srgbClr val="7F7F7F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1" i="0" sz="1200" u="none" cap="none" strike="noStrike">
                <a:solidFill>
                  <a:srgbClr val="7F7F7F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1" i="0" sz="1200" u="none" cap="none" strike="noStrike">
                <a:solidFill>
                  <a:srgbClr val="7F7F7F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1" i="0" sz="1200" u="none" cap="none" strike="noStrike">
                <a:solidFill>
                  <a:srgbClr val="7F7F7F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1" i="0" sz="1200" u="none" cap="none" strike="noStrike">
                <a:solidFill>
                  <a:srgbClr val="7F7F7F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1" i="0" sz="1200" u="none" cap="none" strike="noStrike">
                <a:solidFill>
                  <a:srgbClr val="7F7F7F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|</a:t>
            </a:r>
            <a:r>
              <a:rPr b="0" lang="en-US"/>
              <a:t>  </a:t>
            </a:r>
            <a:fld id="{00000000-1234-1234-1234-123412341234}" type="slidenum">
              <a:rPr b="0" lang="en-US"/>
              <a:t>‹#›</a:t>
            </a:fld>
            <a:endParaRPr b="0"/>
          </a:p>
        </p:txBody>
      </p:sp>
      <p:sp>
        <p:nvSpPr>
          <p:cNvPr id="17" name="Google Shape;17;p4"/>
          <p:cNvSpPr txBox="1"/>
          <p:nvPr>
            <p:ph idx="10" type="dt"/>
          </p:nvPr>
        </p:nvSpPr>
        <p:spPr>
          <a:xfrm>
            <a:off x="7924800" y="6284674"/>
            <a:ext cx="2877878" cy="37742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rgbClr val="7F7F7F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2160">
          <p15:clr>
            <a:srgbClr val="F26B43"/>
          </p15:clr>
        </p15:guide>
        <p15:guide id="2" pos="3840">
          <p15:clr>
            <a:srgbClr val="F26B43"/>
          </p15:clr>
        </p15:guide>
      </p15:sldGuideLst>
    </p:ext>
  </p:extLst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2.png"/><Relationship Id="rId4" Type="http://schemas.openxmlformats.org/officeDocument/2006/relationships/image" Target="../media/image15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jpg"/><Relationship Id="rId4" Type="http://schemas.openxmlformats.org/officeDocument/2006/relationships/image" Target="../media/image8.png"/><Relationship Id="rId5" Type="http://schemas.openxmlformats.org/officeDocument/2006/relationships/image" Target="../media/image13.jpg"/><Relationship Id="rId6" Type="http://schemas.openxmlformats.org/officeDocument/2006/relationships/image" Target="../media/image18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0.png"/><Relationship Id="rId4" Type="http://schemas.openxmlformats.org/officeDocument/2006/relationships/image" Target="../media/image17.png"/><Relationship Id="rId5" Type="http://schemas.openxmlformats.org/officeDocument/2006/relationships/image" Target="../media/image9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1.png"/><Relationship Id="rId4" Type="http://schemas.openxmlformats.org/officeDocument/2006/relationships/image" Target="../media/image7.png"/><Relationship Id="rId5" Type="http://schemas.openxmlformats.org/officeDocument/2006/relationships/image" Target="../media/image16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www.researchgate.net/publication/324389722/figure/fig3/AS:11431281391286952@1745321870314/Regular-3D-voxel-grid-unoccupied.tif" TargetMode="External"/><Relationship Id="rId4" Type="http://schemas.openxmlformats.org/officeDocument/2006/relationships/hyperlink" Target="https://www.itm-conferences.org/articles/itmconf/pdf/2024/07/itmconf_icacs2024_01010.pdf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1"/>
          <p:cNvSpPr txBox="1"/>
          <p:nvPr>
            <p:ph type="title"/>
          </p:nvPr>
        </p:nvSpPr>
        <p:spPr>
          <a:xfrm>
            <a:off x="841175" y="3284533"/>
            <a:ext cx="10515600" cy="835500"/>
          </a:xfrm>
          <a:prstGeom prst="rect">
            <a:avLst/>
          </a:prstGeom>
          <a:noFill/>
          <a:ln>
            <a:noFill/>
          </a:ln>
        </p:spPr>
        <p:txBody>
          <a:bodyPr anchorCtr="1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4300"/>
              <a:t>Multi-View 2D Image-Based 3D</a:t>
            </a:r>
            <a:endParaRPr sz="4300"/>
          </a:p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4300"/>
              <a:t>Modeling of Objects</a:t>
            </a:r>
            <a:endParaRPr sz="4300"/>
          </a:p>
        </p:txBody>
      </p:sp>
      <p:sp>
        <p:nvSpPr>
          <p:cNvPr id="89" name="Google Shape;89;p1"/>
          <p:cNvSpPr txBox="1"/>
          <p:nvPr>
            <p:ph idx="4294967295" type="body"/>
          </p:nvPr>
        </p:nvSpPr>
        <p:spPr>
          <a:xfrm>
            <a:off x="835225" y="4662313"/>
            <a:ext cx="10515600" cy="1500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Helvetica Neue Light"/>
              <a:buNone/>
            </a:pPr>
            <a:r>
              <a:rPr b="1" lang="en-US">
                <a:solidFill>
                  <a:schemeClr val="lt1"/>
                </a:solidFill>
              </a:rPr>
              <a:t>GROUP 11</a:t>
            </a:r>
            <a:endParaRPr>
              <a:solidFill>
                <a:schemeClr val="lt1"/>
              </a:solidFill>
            </a:endParaRPr>
          </a:p>
          <a:p>
            <a:pPr indent="0" lvl="0" marL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Helvetica Neue Light"/>
              <a:buNone/>
            </a:pPr>
            <a:r>
              <a:t/>
            </a:r>
            <a:endParaRPr>
              <a:solidFill>
                <a:schemeClr val="lt1"/>
              </a:solidFill>
            </a:endParaRPr>
          </a:p>
          <a:p>
            <a:pPr indent="0" lvl="0" marL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Helvetica Neue Light"/>
              <a:buNone/>
            </a:pPr>
            <a:r>
              <a:t/>
            </a:r>
            <a:endParaRPr>
              <a:solidFill>
                <a:schemeClr val="lt1"/>
              </a:solidFill>
            </a:endParaRPr>
          </a:p>
        </p:txBody>
      </p:sp>
      <p:sp>
        <p:nvSpPr>
          <p:cNvPr id="90" name="Google Shape;90;p1"/>
          <p:cNvSpPr txBox="1"/>
          <p:nvPr/>
        </p:nvSpPr>
        <p:spPr>
          <a:xfrm>
            <a:off x="841175" y="5192725"/>
            <a:ext cx="4381800" cy="806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-US" sz="1500" u="none" cap="none" strike="noStrike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rPr>
              <a:t>Jugal Vaghmashi [AU2340017]</a:t>
            </a:r>
            <a:endParaRPr b="0" i="0" sz="1500" u="none" cap="none" strike="noStrike">
              <a:solidFill>
                <a:schemeClr val="lt1"/>
              </a:solidFill>
              <a:latin typeface="Helvetica Neue Light"/>
              <a:ea typeface="Helvetica Neue Light"/>
              <a:cs typeface="Helvetica Neue Light"/>
              <a:sym typeface="Helvetica Neue Light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-US" sz="1500" u="none" cap="none" strike="noStrike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rPr>
              <a:t>Rena Malhotra [AU2340018]</a:t>
            </a:r>
            <a:endParaRPr b="0" i="0" sz="1500" u="none" cap="none" strike="noStrike">
              <a:solidFill>
                <a:schemeClr val="lt1"/>
              </a:solidFill>
              <a:latin typeface="Helvetica Neue Light"/>
              <a:ea typeface="Helvetica Neue Light"/>
              <a:cs typeface="Helvetica Neue Light"/>
              <a:sym typeface="Helvetica Neue Light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-US" sz="1500" u="none" cap="none" strike="noStrike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rPr>
              <a:t>Siya Dhaduk [AU2340022]</a:t>
            </a:r>
            <a:endParaRPr b="0" i="0" sz="1500" u="none" cap="none" strike="noStrike">
              <a:solidFill>
                <a:schemeClr val="lt1"/>
              </a:solidFill>
              <a:latin typeface="Helvetica Neue Light"/>
              <a:ea typeface="Helvetica Neue Light"/>
              <a:cs typeface="Helvetica Neue Light"/>
              <a:sym typeface="Helvetica Neue Light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-US" sz="1500" u="none" cap="none" strike="noStrike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rPr>
              <a:t>Jayvat Shah [AU2340027]</a:t>
            </a:r>
            <a:endParaRPr b="0" i="0" sz="1500" u="none" cap="none" strike="noStrike">
              <a:solidFill>
                <a:schemeClr val="lt1"/>
              </a:solidFill>
              <a:latin typeface="Helvetica Neue Light"/>
              <a:ea typeface="Helvetica Neue Light"/>
              <a:cs typeface="Helvetica Neue Light"/>
              <a:sym typeface="Helvetica Neue Light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g38af214e9df_0_23"/>
          <p:cNvSpPr txBox="1"/>
          <p:nvPr>
            <p:ph type="title"/>
          </p:nvPr>
        </p:nvSpPr>
        <p:spPr>
          <a:xfrm>
            <a:off x="594303" y="-301775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Helvetica Neue"/>
              <a:buNone/>
            </a:pPr>
            <a:r>
              <a:rPr lang="en-US">
                <a:latin typeface="Times New Roman"/>
                <a:ea typeface="Times New Roman"/>
                <a:cs typeface="Times New Roman"/>
                <a:sym typeface="Times New Roman"/>
              </a:rPr>
              <a:t>Introduction</a:t>
            </a:r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96" name="Google Shape;96;g38af214e9df_0_23"/>
          <p:cNvSpPr txBox="1"/>
          <p:nvPr>
            <p:ph idx="1" type="body"/>
          </p:nvPr>
        </p:nvSpPr>
        <p:spPr>
          <a:xfrm>
            <a:off x="594302" y="1478700"/>
            <a:ext cx="10515600" cy="4351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7465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2300"/>
              <a:buFont typeface="Times New Roman"/>
              <a:buChar char="•"/>
            </a:pPr>
            <a:r>
              <a:rPr lang="en-US" sz="2300">
                <a:latin typeface="Times New Roman"/>
                <a:ea typeface="Times New Roman"/>
                <a:cs typeface="Times New Roman"/>
                <a:sym typeface="Times New Roman"/>
              </a:rPr>
              <a:t>Aim: To reconstruct a 3D diamond stone model using </a:t>
            </a:r>
            <a:endParaRPr sz="230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300">
                <a:latin typeface="Times New Roman"/>
                <a:ea typeface="Times New Roman"/>
                <a:cs typeface="Times New Roman"/>
                <a:sym typeface="Times New Roman"/>
              </a:rPr>
              <a:t>multiple 2D silhouette projections</a:t>
            </a:r>
            <a:endParaRPr sz="230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37465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2300"/>
              <a:buFont typeface="Times New Roman"/>
              <a:buChar char="•"/>
            </a:pPr>
            <a:r>
              <a:rPr lang="en-US" sz="2300">
                <a:latin typeface="Times New Roman"/>
                <a:ea typeface="Times New Roman"/>
                <a:cs typeface="Times New Roman"/>
                <a:sym typeface="Times New Roman"/>
              </a:rPr>
              <a:t>Motivation: Diamonds’ precision geometry </a:t>
            </a:r>
            <a:endParaRPr sz="230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300">
                <a:latin typeface="Times New Roman"/>
                <a:ea typeface="Times New Roman"/>
                <a:cs typeface="Times New Roman"/>
                <a:sym typeface="Times New Roman"/>
              </a:rPr>
              <a:t>requires accurate 3D visualization</a:t>
            </a:r>
            <a:endParaRPr sz="230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37465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2300"/>
              <a:buFont typeface="Times New Roman"/>
              <a:buChar char="•"/>
            </a:pPr>
            <a:r>
              <a:rPr lang="en-US" sz="2300">
                <a:latin typeface="Times New Roman"/>
                <a:ea typeface="Times New Roman"/>
                <a:cs typeface="Times New Roman"/>
                <a:sym typeface="Times New Roman"/>
              </a:rPr>
              <a:t>700 images of a single diamond stone </a:t>
            </a:r>
            <a:endParaRPr sz="230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300">
                <a:latin typeface="Times New Roman"/>
                <a:ea typeface="Times New Roman"/>
                <a:cs typeface="Times New Roman"/>
                <a:sym typeface="Times New Roman"/>
              </a:rPr>
              <a:t>(BMP format)</a:t>
            </a:r>
            <a:endParaRPr sz="230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37465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2300"/>
              <a:buFont typeface="Times New Roman"/>
              <a:buChar char="•"/>
            </a:pPr>
            <a:r>
              <a:rPr lang="en-US" sz="2300">
                <a:latin typeface="Times New Roman"/>
                <a:ea typeface="Times New Roman"/>
                <a:cs typeface="Times New Roman"/>
                <a:sym typeface="Times New Roman"/>
              </a:rPr>
              <a:t>Captured at 0.9°,1.8°,3.6</a:t>
            </a:r>
            <a:r>
              <a:rPr lang="en-US" sz="2300">
                <a:latin typeface="Times New Roman"/>
                <a:ea typeface="Times New Roman"/>
                <a:cs typeface="Times New Roman"/>
                <a:sym typeface="Times New Roman"/>
              </a:rPr>
              <a:t>° </a:t>
            </a:r>
            <a:r>
              <a:rPr lang="en-US" sz="2300">
                <a:latin typeface="Times New Roman"/>
                <a:ea typeface="Times New Roman"/>
                <a:cs typeface="Times New Roman"/>
                <a:sym typeface="Times New Roman"/>
              </a:rPr>
              <a:t>rotational difference </a:t>
            </a:r>
            <a:endParaRPr sz="230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500">
              <a:latin typeface="Helvetica Neue"/>
              <a:ea typeface="Helvetica Neue"/>
              <a:cs typeface="Helvetica Neue"/>
              <a:sym typeface="Helvetica Neue"/>
            </a:endParaRPr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500">
              <a:latin typeface="Helvetica Neue"/>
              <a:ea typeface="Helvetica Neue"/>
              <a:cs typeface="Helvetica Neue"/>
              <a:sym typeface="Helvetica Neue"/>
            </a:endParaRPr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500"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97" name="Google Shape;97;g38af214e9df_0_23"/>
          <p:cNvSpPr txBox="1"/>
          <p:nvPr>
            <p:ph idx="12" type="sldNum"/>
          </p:nvPr>
        </p:nvSpPr>
        <p:spPr>
          <a:xfrm>
            <a:off x="10802678" y="6284675"/>
            <a:ext cx="551100" cy="37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r>
              <a:rPr b="1" lang="en-US"/>
              <a:t>|</a:t>
            </a:r>
            <a:r>
              <a:rPr lang="en-US"/>
              <a:t>  </a:t>
            </a: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98" name="Google Shape;98;g38af214e9df_0_2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763800" y="1309195"/>
            <a:ext cx="3483248" cy="1959325"/>
          </a:xfrm>
          <a:prstGeom prst="rect">
            <a:avLst/>
          </a:prstGeom>
          <a:noFill/>
          <a:ln>
            <a:noFill/>
          </a:ln>
        </p:spPr>
      </p:pic>
      <p:pic>
        <p:nvPicPr>
          <p:cNvPr id="99" name="Google Shape;99;g38af214e9df_0_2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024275" y="3553797"/>
            <a:ext cx="2962301" cy="250758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g3a45749e8f3_1_0"/>
          <p:cNvSpPr txBox="1"/>
          <p:nvPr>
            <p:ph type="title"/>
          </p:nvPr>
        </p:nvSpPr>
        <p:spPr>
          <a:xfrm>
            <a:off x="594303" y="-301775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Helvetica Neue"/>
              <a:buNone/>
            </a:pPr>
            <a:r>
              <a:rPr lang="en-US">
                <a:latin typeface="Times New Roman"/>
                <a:ea typeface="Times New Roman"/>
                <a:cs typeface="Times New Roman"/>
                <a:sym typeface="Times New Roman"/>
              </a:rPr>
              <a:t>Work Done Before Mid-Sem</a:t>
            </a:r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05" name="Google Shape;105;g3a45749e8f3_1_0"/>
          <p:cNvSpPr txBox="1"/>
          <p:nvPr>
            <p:ph idx="1" type="body"/>
          </p:nvPr>
        </p:nvSpPr>
        <p:spPr>
          <a:xfrm>
            <a:off x="4044013" y="1264900"/>
            <a:ext cx="3669000" cy="7119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lang="en-US">
                <a:latin typeface="Times New Roman"/>
                <a:ea typeface="Times New Roman"/>
                <a:cs typeface="Times New Roman"/>
                <a:sym typeface="Times New Roman"/>
              </a:rPr>
              <a:t>2. </a:t>
            </a:r>
            <a:r>
              <a:rPr lang="en-US">
                <a:latin typeface="Times New Roman"/>
                <a:ea typeface="Times New Roman"/>
                <a:cs typeface="Times New Roman"/>
                <a:sym typeface="Times New Roman"/>
              </a:rPr>
              <a:t>Creating Clean Silhouette                </a:t>
            </a:r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06" name="Google Shape;106;g3a45749e8f3_1_0"/>
          <p:cNvSpPr txBox="1"/>
          <p:nvPr>
            <p:ph idx="12" type="sldNum"/>
          </p:nvPr>
        </p:nvSpPr>
        <p:spPr>
          <a:xfrm>
            <a:off x="10802678" y="6284675"/>
            <a:ext cx="551100" cy="37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r>
              <a:rPr b="1" lang="en-US"/>
              <a:t>|</a:t>
            </a:r>
            <a:r>
              <a:rPr lang="en-US"/>
              <a:t>  </a:t>
            </a: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107" name="Google Shape;107;g3a45749e8f3_1_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937561" y="2998493"/>
            <a:ext cx="4033576" cy="3168806"/>
          </a:xfrm>
          <a:prstGeom prst="rect">
            <a:avLst/>
          </a:prstGeom>
          <a:noFill/>
          <a:ln>
            <a:noFill/>
          </a:ln>
        </p:spPr>
      </p:pic>
      <p:pic>
        <p:nvPicPr>
          <p:cNvPr id="108" name="Google Shape;108;g3a45749e8f3_1_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135950" y="2145200"/>
            <a:ext cx="3899700" cy="3168825"/>
          </a:xfrm>
          <a:prstGeom prst="rect">
            <a:avLst/>
          </a:pr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109" name="Google Shape;109;g3a45749e8f3_1_0"/>
          <p:cNvPicPr preferRelativeResize="0"/>
          <p:nvPr/>
        </p:nvPicPr>
        <p:blipFill rotWithShape="1">
          <a:blip r:embed="rId5">
            <a:alphaModFix/>
          </a:blip>
          <a:srcRect b="2747" l="12740" r="6724" t="3803"/>
          <a:stretch/>
        </p:blipFill>
        <p:spPr>
          <a:xfrm>
            <a:off x="176475" y="2145200"/>
            <a:ext cx="3596275" cy="3168824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g3a45749e8f3_1_0" title="equation (1).png"/>
          <p:cNvPicPr preferRelativeResize="0"/>
          <p:nvPr/>
        </p:nvPicPr>
        <p:blipFill rotWithShape="1">
          <a:blip r:embed="rId6">
            <a:alphaModFix/>
          </a:blip>
          <a:srcRect b="25547" l="-1995" r="-1911" t="-11017"/>
          <a:stretch/>
        </p:blipFill>
        <p:spPr>
          <a:xfrm>
            <a:off x="4156225" y="2144175"/>
            <a:ext cx="3596275" cy="712000"/>
          </a:xfrm>
          <a:prstGeom prst="rect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11" name="Google Shape;111;g3a45749e8f3_1_0"/>
          <p:cNvSpPr txBox="1"/>
          <p:nvPr>
            <p:ph idx="1" type="body"/>
          </p:nvPr>
        </p:nvSpPr>
        <p:spPr>
          <a:xfrm>
            <a:off x="64263" y="1264900"/>
            <a:ext cx="3669000" cy="7119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/>
          <a:p>
            <a:pPr indent="-381000" lvl="0" marL="457200" rt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2400"/>
              <a:buFont typeface="Times New Roman"/>
              <a:buAutoNum type="arabicPeriod"/>
            </a:pPr>
            <a:r>
              <a:rPr lang="en-US">
                <a:latin typeface="Times New Roman"/>
                <a:ea typeface="Times New Roman"/>
                <a:cs typeface="Times New Roman"/>
                <a:sym typeface="Times New Roman"/>
              </a:rPr>
              <a:t>ROI Selection</a:t>
            </a:r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12" name="Google Shape;112;g3a45749e8f3_1_0"/>
          <p:cNvSpPr txBox="1"/>
          <p:nvPr>
            <p:ph idx="1" type="body"/>
          </p:nvPr>
        </p:nvSpPr>
        <p:spPr>
          <a:xfrm>
            <a:off x="8175438" y="1264900"/>
            <a:ext cx="3669000" cy="7119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lang="en-US">
                <a:latin typeface="Times New Roman"/>
                <a:ea typeface="Times New Roman"/>
                <a:cs typeface="Times New Roman"/>
                <a:sym typeface="Times New Roman"/>
              </a:rPr>
              <a:t>3. Voxel Grid Creation</a:t>
            </a:r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g3a45749e8f3_1_6"/>
          <p:cNvSpPr txBox="1"/>
          <p:nvPr>
            <p:ph type="title"/>
          </p:nvPr>
        </p:nvSpPr>
        <p:spPr>
          <a:xfrm>
            <a:off x="594303" y="-301775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Helvetica Neue"/>
              <a:buNone/>
            </a:pPr>
            <a:r>
              <a:rPr lang="en-US">
                <a:latin typeface="Times New Roman"/>
                <a:ea typeface="Times New Roman"/>
                <a:cs typeface="Times New Roman"/>
                <a:sym typeface="Times New Roman"/>
              </a:rPr>
              <a:t>Updated Methodology</a:t>
            </a:r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18" name="Google Shape;118;g3a45749e8f3_1_6"/>
          <p:cNvSpPr txBox="1"/>
          <p:nvPr>
            <p:ph idx="12" type="sldNum"/>
          </p:nvPr>
        </p:nvSpPr>
        <p:spPr>
          <a:xfrm>
            <a:off x="10802678" y="6284675"/>
            <a:ext cx="551100" cy="37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r>
              <a:rPr b="1" lang="en-US"/>
              <a:t>|</a:t>
            </a:r>
            <a:r>
              <a:rPr lang="en-US"/>
              <a:t>  </a:t>
            </a:r>
            <a:fld id="{00000000-1234-1234-1234-123412341234}" type="slidenum">
              <a:rPr lang="en-US"/>
              <a:t>‹#›</a:t>
            </a:fld>
            <a:endParaRPr/>
          </a:p>
        </p:txBody>
      </p:sp>
      <p:graphicFrame>
        <p:nvGraphicFramePr>
          <p:cNvPr id="119" name="Google Shape;119;g3a45749e8f3_1_6"/>
          <p:cNvGraphicFramePr/>
          <p:nvPr/>
        </p:nvGraphicFramePr>
        <p:xfrm>
          <a:off x="226163" y="14876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{AA87A85F-2535-4754-8D24-BC57B00E8C40}</a:tableStyleId>
              </a:tblPr>
              <a:tblGrid>
                <a:gridCol w="4533850"/>
              </a:tblGrid>
              <a:tr h="13257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300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Replaced manual thresholding with </a:t>
                      </a:r>
                      <a:r>
                        <a:rPr b="1" lang="en-US" sz="1300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Otsu’s auto-threshold method </a:t>
                      </a:r>
                      <a:br>
                        <a:rPr b="1" lang="en-US" sz="1300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</a:br>
                      <a:endParaRPr b="1" sz="1300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300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Ensures consistent and unbiased silhouette generation</a:t>
                      </a:r>
                      <a:br>
                        <a:rPr lang="en-US" sz="1300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</a:br>
                      <a:endParaRPr sz="1300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300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Handles varying illumination across images</a:t>
                      </a:r>
                      <a:endParaRPr sz="1300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6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91425" marB="91425" marR="91425" marL="91425"/>
                </a:tc>
              </a:tr>
            </a:tbl>
          </a:graphicData>
        </a:graphic>
      </p:graphicFrame>
      <p:graphicFrame>
        <p:nvGraphicFramePr>
          <p:cNvPr id="120" name="Google Shape;120;g3a45749e8f3_1_6"/>
          <p:cNvGraphicFramePr/>
          <p:nvPr/>
        </p:nvGraphicFramePr>
        <p:xfrm>
          <a:off x="4919988" y="1803438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{AA87A85F-2535-4754-8D24-BC57B00E8C40}</a:tableStyleId>
              </a:tblPr>
              <a:tblGrid>
                <a:gridCol w="4318775"/>
              </a:tblGrid>
              <a:tr h="159255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300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Reconstructed 3D shape using silhouettes from multiple views</a:t>
                      </a:r>
                      <a:br>
                        <a:rPr lang="en-US" sz="1300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</a:br>
                      <a:endParaRPr sz="1300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300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Each silhouette defines a </a:t>
                      </a:r>
                      <a:r>
                        <a:rPr b="1" lang="en-US" sz="1300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visual cone </a:t>
                      </a:r>
                      <a:r>
                        <a:rPr lang="en-US" sz="1300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[1]</a:t>
                      </a:r>
                      <a:br>
                        <a:rPr b="1" lang="en-US" sz="1300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</a:br>
                      <a:endParaRPr b="1" sz="1300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300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Final 3D model = </a:t>
                      </a:r>
                      <a:r>
                        <a:rPr b="1" lang="en-US" sz="1300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intersection of all cones</a:t>
                      </a:r>
                      <a:r>
                        <a:rPr lang="en-US" sz="1300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 (carving away impossible regions)</a:t>
                      </a:r>
                      <a:endParaRPr sz="1300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300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91425" marB="91425" marR="91425" marL="91425"/>
                </a:tc>
              </a:tr>
            </a:tbl>
          </a:graphicData>
        </a:graphic>
      </p:graphicFrame>
      <p:graphicFrame>
        <p:nvGraphicFramePr>
          <p:cNvPr id="121" name="Google Shape;121;g3a45749e8f3_1_6"/>
          <p:cNvGraphicFramePr/>
          <p:nvPr/>
        </p:nvGraphicFramePr>
        <p:xfrm>
          <a:off x="226163" y="32164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{AA87A85F-2535-4754-8D24-BC57B00E8C40}</a:tableStyleId>
              </a:tblPr>
              <a:tblGrid>
                <a:gridCol w="4533850"/>
              </a:tblGrid>
              <a:tr h="13257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300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Generated synthetic silhouettes of sphere using simple shape</a:t>
                      </a:r>
                      <a:br>
                        <a:rPr lang="en-US" sz="1300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</a:br>
                      <a:endParaRPr sz="1300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300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Performed voxel-grid carving to validate pipeline [2]</a:t>
                      </a:r>
                      <a:br>
                        <a:rPr lang="en-US" sz="1300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</a:br>
                      <a:endParaRPr sz="1300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Confirmed correctness before processing real images</a:t>
                      </a:r>
                      <a:endParaRPr sz="1300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  <p:pic>
        <p:nvPicPr>
          <p:cNvPr id="122" name="Google Shape;122;g3a45749e8f3_1_6"/>
          <p:cNvPicPr preferRelativeResize="0"/>
          <p:nvPr/>
        </p:nvPicPr>
        <p:blipFill rotWithShape="1">
          <a:blip r:embed="rId3">
            <a:alphaModFix/>
          </a:blip>
          <a:srcRect b="11282" l="7439" r="9717" t="16852"/>
          <a:stretch/>
        </p:blipFill>
        <p:spPr>
          <a:xfrm>
            <a:off x="9398737" y="1123150"/>
            <a:ext cx="2481350" cy="20396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3" name="Google Shape;123;g3a45749e8f3_1_6"/>
          <p:cNvPicPr preferRelativeResize="0"/>
          <p:nvPr/>
        </p:nvPicPr>
        <p:blipFill rotWithShape="1">
          <a:blip r:embed="rId4">
            <a:alphaModFix/>
          </a:blip>
          <a:srcRect b="13195" l="53598" r="5370" t="15553"/>
          <a:stretch/>
        </p:blipFill>
        <p:spPr>
          <a:xfrm>
            <a:off x="8398588" y="3636825"/>
            <a:ext cx="2724873" cy="18385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24" name="Google Shape;124;g3a45749e8f3_1_6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226162" y="4732925"/>
            <a:ext cx="4533850" cy="771525"/>
          </a:xfrm>
          <a:prstGeom prst="rect">
            <a:avLst/>
          </a:prstGeom>
          <a:noFill/>
          <a:ln>
            <a:noFill/>
          </a:ln>
        </p:spPr>
      </p:pic>
      <p:sp>
        <p:nvSpPr>
          <p:cNvPr id="125" name="Google Shape;125;g3a45749e8f3_1_6"/>
          <p:cNvSpPr txBox="1"/>
          <p:nvPr>
            <p:ph idx="1" type="body"/>
          </p:nvPr>
        </p:nvSpPr>
        <p:spPr>
          <a:xfrm>
            <a:off x="9398738" y="3162800"/>
            <a:ext cx="2567100" cy="7200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 fontScale="85000"/>
          </a:bodyPr>
          <a:lstStyle/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lang="en-US" sz="14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Reconstructed 3D Sphere Voxel Model</a:t>
            </a:r>
            <a:endParaRPr sz="1400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126" name="Google Shape;126;g3a45749e8f3_1_6"/>
          <p:cNvPicPr preferRelativeResize="0"/>
          <p:nvPr/>
        </p:nvPicPr>
        <p:blipFill rotWithShape="1">
          <a:blip r:embed="rId4">
            <a:alphaModFix/>
          </a:blip>
          <a:srcRect b="13196" l="0" r="55060" t="19025"/>
          <a:stretch/>
        </p:blipFill>
        <p:spPr>
          <a:xfrm>
            <a:off x="5010563" y="3636825"/>
            <a:ext cx="3137476" cy="1838525"/>
          </a:xfrm>
          <a:prstGeom prst="rect">
            <a:avLst/>
          </a:prstGeom>
          <a:noFill/>
          <a:ln>
            <a:noFill/>
          </a:ln>
        </p:spPr>
      </p:pic>
      <p:sp>
        <p:nvSpPr>
          <p:cNvPr id="127" name="Google Shape;127;g3a45749e8f3_1_6"/>
          <p:cNvSpPr txBox="1"/>
          <p:nvPr>
            <p:ph idx="1" type="body"/>
          </p:nvPr>
        </p:nvSpPr>
        <p:spPr>
          <a:xfrm>
            <a:off x="5580938" y="5119350"/>
            <a:ext cx="2567100" cy="7200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/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lang="en-US" sz="14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3D voxel grid visualization</a:t>
            </a:r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28" name="Google Shape;128;g3a45749e8f3_1_6"/>
          <p:cNvSpPr txBox="1"/>
          <p:nvPr>
            <p:ph idx="1" type="body"/>
          </p:nvPr>
        </p:nvSpPr>
        <p:spPr>
          <a:xfrm>
            <a:off x="8653325" y="5303513"/>
            <a:ext cx="2567100" cy="7200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/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lang="en-US" sz="14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Close-up view showing voxel density</a:t>
            </a:r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g3a45749e8f3_2_10"/>
          <p:cNvSpPr txBox="1"/>
          <p:nvPr>
            <p:ph type="title"/>
          </p:nvPr>
        </p:nvSpPr>
        <p:spPr>
          <a:xfrm>
            <a:off x="594303" y="-301775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Helvetica Neue"/>
              <a:buNone/>
            </a:pPr>
            <a:r>
              <a:rPr lang="en-US">
                <a:latin typeface="Times New Roman"/>
                <a:ea typeface="Times New Roman"/>
                <a:cs typeface="Times New Roman"/>
                <a:sym typeface="Times New Roman"/>
              </a:rPr>
              <a:t>Updated Methodology</a:t>
            </a:r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34" name="Google Shape;134;g3a45749e8f3_2_10"/>
          <p:cNvSpPr txBox="1"/>
          <p:nvPr>
            <p:ph idx="12" type="sldNum"/>
          </p:nvPr>
        </p:nvSpPr>
        <p:spPr>
          <a:xfrm>
            <a:off x="10802678" y="6284675"/>
            <a:ext cx="551100" cy="37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r>
              <a:rPr b="1" lang="en-US"/>
              <a:t>|</a:t>
            </a:r>
            <a:r>
              <a:rPr lang="en-US"/>
              <a:t>  </a:t>
            </a:r>
            <a:fld id="{00000000-1234-1234-1234-123412341234}" type="slidenum">
              <a:rPr lang="en-US"/>
              <a:t>‹#›</a:t>
            </a:fld>
            <a:endParaRPr/>
          </a:p>
        </p:txBody>
      </p:sp>
      <p:graphicFrame>
        <p:nvGraphicFramePr>
          <p:cNvPr id="135" name="Google Shape;135;g3a45749e8f3_2_10"/>
          <p:cNvGraphicFramePr/>
          <p:nvPr/>
        </p:nvGraphicFramePr>
        <p:xfrm>
          <a:off x="996925" y="1773238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{AA87A85F-2535-4754-8D24-BC57B00E8C40}</a:tableStyleId>
              </a:tblPr>
              <a:tblGrid>
                <a:gridCol w="5162375"/>
              </a:tblGrid>
              <a:tr h="310435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500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Converted diamond image to silhouette using Otsu</a:t>
                      </a:r>
                      <a:br>
                        <a:rPr lang="en-US" sz="1500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</a:br>
                      <a:endParaRPr sz="1500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500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Placed voxel grid around object</a:t>
                      </a:r>
                      <a:br>
                        <a:rPr lang="en-US" sz="1500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</a:br>
                      <a:endParaRPr sz="1500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500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Performed shape carving from multiple viewpoints</a:t>
                      </a:r>
                      <a:br>
                        <a:rPr lang="en-US" sz="1500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</a:br>
                      <a:endParaRPr sz="1500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500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Used 3 rotation angles: </a:t>
                      </a:r>
                      <a:r>
                        <a:rPr b="1" lang="en-US" sz="1500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0.9</a:t>
                      </a:r>
                      <a:r>
                        <a:rPr lang="en-US" sz="1500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°</a:t>
                      </a:r>
                      <a:r>
                        <a:rPr b="1" lang="en-US" sz="1500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, 1.8</a:t>
                      </a:r>
                      <a:r>
                        <a:rPr lang="en-US" sz="1500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°</a:t>
                      </a:r>
                      <a:r>
                        <a:rPr b="1" lang="en-US" sz="1500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, 3.6</a:t>
                      </a:r>
                      <a:r>
                        <a:rPr lang="en-US" sz="1500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°</a:t>
                      </a:r>
                      <a:endParaRPr sz="1500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91425" marB="91425" marR="91425" marL="91425" anchor="ctr"/>
                </a:tc>
              </a:tr>
            </a:tbl>
          </a:graphicData>
        </a:graphic>
      </p:graphicFrame>
      <p:pic>
        <p:nvPicPr>
          <p:cNvPr id="136" name="Google Shape;136;g3a45749e8f3_2_1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600250" y="1773251"/>
            <a:ext cx="4594818" cy="31043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g3a45749e8f3_1_12"/>
          <p:cNvSpPr txBox="1"/>
          <p:nvPr>
            <p:ph type="title"/>
          </p:nvPr>
        </p:nvSpPr>
        <p:spPr>
          <a:xfrm>
            <a:off x="594303" y="-301775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Helvetica Neue"/>
              <a:buNone/>
            </a:pPr>
            <a:r>
              <a:rPr lang="en-US">
                <a:latin typeface="Times New Roman"/>
                <a:ea typeface="Times New Roman"/>
                <a:cs typeface="Times New Roman"/>
                <a:sym typeface="Times New Roman"/>
              </a:rPr>
              <a:t>Results</a:t>
            </a:r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42" name="Google Shape;142;g3a45749e8f3_1_12"/>
          <p:cNvSpPr txBox="1"/>
          <p:nvPr>
            <p:ph idx="1" type="body"/>
          </p:nvPr>
        </p:nvSpPr>
        <p:spPr>
          <a:xfrm>
            <a:off x="594300" y="1023925"/>
            <a:ext cx="11183700" cy="4351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3683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Times New Roman"/>
              <a:buChar char="•"/>
            </a:pPr>
            <a:r>
              <a:rPr lang="en-US" sz="2200">
                <a:latin typeface="Times New Roman"/>
                <a:ea typeface="Times New Roman"/>
                <a:cs typeface="Times New Roman"/>
                <a:sym typeface="Times New Roman"/>
              </a:rPr>
              <a:t>After improving ROI selection, thresholding, voxel projection, resolution, and silhouette quality, the diamond model was fully reconstructed without missing regions or geometric errors.</a:t>
            </a:r>
            <a:endParaRPr sz="220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3683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Times New Roman"/>
              <a:buChar char="•"/>
            </a:pPr>
            <a:r>
              <a:rPr lang="en-US" sz="2200">
                <a:latin typeface="Times New Roman"/>
                <a:ea typeface="Times New Roman"/>
                <a:cs typeface="Times New Roman"/>
                <a:sym typeface="Times New Roman"/>
              </a:rPr>
              <a:t>Impact</a:t>
            </a:r>
            <a:r>
              <a:rPr lang="en-US" sz="2200">
                <a:latin typeface="Times New Roman"/>
                <a:ea typeface="Times New Roman"/>
                <a:cs typeface="Times New Roman"/>
                <a:sym typeface="Times New Roman"/>
              </a:rPr>
              <a:t> of Angular Sampling:</a:t>
            </a:r>
            <a:endParaRPr sz="220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595"/>
              <a:buNone/>
            </a:pPr>
            <a:r>
              <a:rPr lang="en-US" sz="2200">
                <a:latin typeface="Times New Roman"/>
                <a:ea typeface="Times New Roman"/>
                <a:cs typeface="Times New Roman"/>
                <a:sym typeface="Times New Roman"/>
              </a:rPr>
              <a:t>     </a:t>
            </a:r>
            <a:r>
              <a:rPr b="1" lang="en-US" sz="2200">
                <a:latin typeface="Times New Roman"/>
                <a:ea typeface="Times New Roman"/>
                <a:cs typeface="Times New Roman"/>
                <a:sym typeface="Times New Roman"/>
              </a:rPr>
              <a:t> Finer Sampling</a:t>
            </a:r>
            <a:r>
              <a:rPr lang="en-US" sz="2200">
                <a:latin typeface="Times New Roman"/>
                <a:ea typeface="Times New Roman"/>
                <a:cs typeface="Times New Roman"/>
                <a:sym typeface="Times New Roman"/>
              </a:rPr>
              <a:t>                       </a:t>
            </a:r>
            <a:r>
              <a:rPr b="1" lang="en-US" sz="2200">
                <a:latin typeface="Times New Roman"/>
                <a:ea typeface="Times New Roman"/>
                <a:cs typeface="Times New Roman"/>
                <a:sym typeface="Times New Roman"/>
              </a:rPr>
              <a:t>  Moderate Sampling </a:t>
            </a:r>
            <a:r>
              <a:rPr lang="en-US" sz="2200">
                <a:latin typeface="Times New Roman"/>
                <a:ea typeface="Times New Roman"/>
                <a:cs typeface="Times New Roman"/>
                <a:sym typeface="Times New Roman"/>
              </a:rPr>
              <a:t>                        </a:t>
            </a:r>
            <a:r>
              <a:rPr b="1" lang="en-US" sz="2200">
                <a:latin typeface="Times New Roman"/>
                <a:ea typeface="Times New Roman"/>
                <a:cs typeface="Times New Roman"/>
                <a:sym typeface="Times New Roman"/>
              </a:rPr>
              <a:t>Coarse Sampling</a:t>
            </a:r>
            <a:r>
              <a:rPr lang="en-US" sz="2200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endParaRPr sz="220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91440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2595"/>
              <a:buNone/>
            </a:pPr>
            <a:r>
              <a:t/>
            </a:r>
            <a:endParaRPr/>
          </a:p>
          <a:p>
            <a:pPr indent="-76200" lvl="0" marL="2286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Helvetica Neue Light"/>
              <a:buNone/>
            </a:pPr>
            <a:r>
              <a:t/>
            </a:r>
            <a:endParaRPr/>
          </a:p>
          <a:p>
            <a:pPr indent="-76200" lvl="0" marL="2286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Helvetica Neue Light"/>
              <a:buNone/>
            </a:pPr>
            <a:r>
              <a:t/>
            </a:r>
            <a:endParaRPr/>
          </a:p>
        </p:txBody>
      </p:sp>
      <p:sp>
        <p:nvSpPr>
          <p:cNvPr id="143" name="Google Shape;143;g3a45749e8f3_1_12"/>
          <p:cNvSpPr txBox="1"/>
          <p:nvPr>
            <p:ph idx="12" type="sldNum"/>
          </p:nvPr>
        </p:nvSpPr>
        <p:spPr>
          <a:xfrm>
            <a:off x="10802678" y="6284675"/>
            <a:ext cx="551100" cy="37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r>
              <a:rPr b="1" lang="en-US"/>
              <a:t>|</a:t>
            </a:r>
            <a:r>
              <a:rPr lang="en-US"/>
              <a:t>  </a:t>
            </a: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144" name="Google Shape;144;g3a45749e8f3_1_1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172954" y="3429000"/>
            <a:ext cx="2638500" cy="24955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g3a45749e8f3_1_12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047175" y="3412967"/>
            <a:ext cx="2619375" cy="25336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46" name="Google Shape;146;g3a45749e8f3_1_12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8988928" y="3376809"/>
            <a:ext cx="2609850" cy="2647950"/>
          </a:xfrm>
          <a:prstGeom prst="rect">
            <a:avLst/>
          </a:prstGeom>
          <a:noFill/>
          <a:ln>
            <a:noFill/>
          </a:ln>
        </p:spPr>
      </p:pic>
      <p:sp>
        <p:nvSpPr>
          <p:cNvPr id="147" name="Google Shape;147;g3a45749e8f3_1_12"/>
          <p:cNvSpPr txBox="1"/>
          <p:nvPr>
            <p:ph idx="1" type="body"/>
          </p:nvPr>
        </p:nvSpPr>
        <p:spPr>
          <a:xfrm>
            <a:off x="442713" y="5453608"/>
            <a:ext cx="3669000" cy="7119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/>
          <a:p>
            <a:pPr indent="0" lvl="0" marL="457200" rt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lang="en-US" sz="1200">
                <a:latin typeface="Times New Roman"/>
                <a:ea typeface="Times New Roman"/>
                <a:cs typeface="Times New Roman"/>
                <a:sym typeface="Times New Roman"/>
              </a:rPr>
              <a:t>0.9° (400 images)</a:t>
            </a:r>
            <a:endParaRPr sz="120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48" name="Google Shape;148;g3a45749e8f3_1_12"/>
          <p:cNvSpPr txBox="1"/>
          <p:nvPr>
            <p:ph idx="1" type="body"/>
          </p:nvPr>
        </p:nvSpPr>
        <p:spPr>
          <a:xfrm>
            <a:off x="4349570" y="5460037"/>
            <a:ext cx="3669000" cy="7119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/>
          <a:p>
            <a:pPr indent="0" lvl="0" marL="457200" rt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lang="en-US" sz="1200">
                <a:latin typeface="Times New Roman"/>
                <a:ea typeface="Times New Roman"/>
                <a:cs typeface="Times New Roman"/>
                <a:sym typeface="Times New Roman"/>
              </a:rPr>
              <a:t>1.8</a:t>
            </a:r>
            <a:r>
              <a:rPr lang="en-US" sz="1200">
                <a:latin typeface="Times New Roman"/>
                <a:ea typeface="Times New Roman"/>
                <a:cs typeface="Times New Roman"/>
                <a:sym typeface="Times New Roman"/>
              </a:rPr>
              <a:t>° (200 images)</a:t>
            </a:r>
            <a:endParaRPr sz="120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49" name="Google Shape;149;g3a45749e8f3_1_12"/>
          <p:cNvSpPr txBox="1"/>
          <p:nvPr>
            <p:ph idx="1" type="body"/>
          </p:nvPr>
        </p:nvSpPr>
        <p:spPr>
          <a:xfrm>
            <a:off x="8256390" y="5532362"/>
            <a:ext cx="3669000" cy="7119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/>
          <a:p>
            <a:pPr indent="0" lvl="0" marL="457200" rt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lang="en-US" sz="1200">
                <a:latin typeface="Times New Roman"/>
                <a:ea typeface="Times New Roman"/>
                <a:cs typeface="Times New Roman"/>
                <a:sym typeface="Times New Roman"/>
              </a:rPr>
              <a:t>3</a:t>
            </a:r>
            <a:r>
              <a:rPr lang="en-US" sz="1200">
                <a:latin typeface="Times New Roman"/>
                <a:ea typeface="Times New Roman"/>
                <a:cs typeface="Times New Roman"/>
                <a:sym typeface="Times New Roman"/>
              </a:rPr>
              <a:t>.6° (100 images)</a:t>
            </a:r>
            <a:endParaRPr sz="120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g3a45749e8f3_1_18"/>
          <p:cNvSpPr txBox="1"/>
          <p:nvPr>
            <p:ph type="title"/>
          </p:nvPr>
        </p:nvSpPr>
        <p:spPr>
          <a:xfrm>
            <a:off x="594300" y="260350"/>
            <a:ext cx="10515600" cy="8610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Helvetica Neue"/>
              <a:buNone/>
            </a:pPr>
            <a:r>
              <a:rPr lang="en-US">
                <a:latin typeface="Times New Roman"/>
                <a:ea typeface="Times New Roman"/>
                <a:cs typeface="Times New Roman"/>
                <a:sym typeface="Times New Roman"/>
              </a:rPr>
              <a:t>Conclusion</a:t>
            </a:r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55" name="Google Shape;155;g3a45749e8f3_1_18"/>
          <p:cNvSpPr txBox="1"/>
          <p:nvPr>
            <p:ph idx="1" type="body"/>
          </p:nvPr>
        </p:nvSpPr>
        <p:spPr>
          <a:xfrm>
            <a:off x="594302" y="1326300"/>
            <a:ext cx="10515600" cy="4351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368300" lvl="0" marL="457200" rtl="0" algn="l">
              <a:lnSpc>
                <a:spcPct val="150000"/>
              </a:lnSpc>
              <a:spcBef>
                <a:spcPts val="1200"/>
              </a:spcBef>
              <a:spcAft>
                <a:spcPts val="0"/>
              </a:spcAft>
              <a:buSzPts val="2200"/>
              <a:buFont typeface="Times New Roman"/>
              <a:buChar char="●"/>
            </a:pPr>
            <a:r>
              <a:rPr lang="en-US" sz="2200">
                <a:latin typeface="Times New Roman"/>
                <a:ea typeface="Times New Roman"/>
                <a:cs typeface="Times New Roman"/>
                <a:sym typeface="Times New Roman"/>
              </a:rPr>
              <a:t>Implemented a complete multi-view silhouette-based 3D reconstruction pipeline using the visual hull method.</a:t>
            </a:r>
            <a:endParaRPr sz="220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3683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2200"/>
              <a:buFont typeface="Times New Roman"/>
              <a:buChar char="●"/>
            </a:pPr>
            <a:r>
              <a:rPr lang="en-US" sz="2200">
                <a:latin typeface="Times New Roman"/>
                <a:ea typeface="Times New Roman"/>
                <a:cs typeface="Times New Roman"/>
                <a:sym typeface="Times New Roman"/>
              </a:rPr>
              <a:t>Angular sampling directly affects reconstruction quality:</a:t>
            </a:r>
            <a:endParaRPr sz="220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2000"/>
              <a:buFont typeface="Times New Roman"/>
              <a:buChar char="❏"/>
            </a:pPr>
            <a:r>
              <a:rPr lang="en-US" sz="2000">
                <a:latin typeface="Times New Roman"/>
                <a:ea typeface="Times New Roman"/>
                <a:cs typeface="Times New Roman"/>
                <a:sym typeface="Times New Roman"/>
              </a:rPr>
              <a:t>0</a:t>
            </a:r>
            <a:r>
              <a:rPr lang="en-US" sz="2000">
                <a:latin typeface="Times New Roman"/>
                <a:ea typeface="Times New Roman"/>
                <a:cs typeface="Times New Roman"/>
                <a:sym typeface="Times New Roman"/>
              </a:rPr>
              <a:t>.9</a:t>
            </a:r>
            <a:r>
              <a:rPr b="1" lang="en-US" sz="2000">
                <a:latin typeface="Times New Roman"/>
                <a:ea typeface="Times New Roman"/>
                <a:cs typeface="Times New Roman"/>
                <a:sym typeface="Times New Roman"/>
              </a:rPr>
              <a:t>°</a:t>
            </a:r>
            <a:r>
              <a:rPr lang="en-US" sz="2000">
                <a:latin typeface="Times New Roman"/>
                <a:ea typeface="Times New Roman"/>
                <a:cs typeface="Times New Roman"/>
                <a:sym typeface="Times New Roman"/>
              </a:rPr>
              <a:t> rotation gives the best fidelity and minimal artifacts.</a:t>
            </a:r>
            <a:endParaRPr sz="200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2000"/>
              <a:buFont typeface="Times New Roman"/>
              <a:buChar char="❏"/>
            </a:pPr>
            <a:r>
              <a:rPr lang="en-US" sz="2000">
                <a:latin typeface="Times New Roman"/>
                <a:ea typeface="Times New Roman"/>
                <a:cs typeface="Times New Roman"/>
                <a:sym typeface="Times New Roman"/>
              </a:rPr>
              <a:t>Coarser sampling (1.8°, 3.6°) reduces detail and increases irregularities.</a:t>
            </a:r>
            <a:endParaRPr sz="200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Char char="●"/>
            </a:pPr>
            <a:r>
              <a:rPr lang="en-US" sz="2200">
                <a:latin typeface="Times New Roman"/>
                <a:ea typeface="Times New Roman"/>
                <a:cs typeface="Times New Roman"/>
                <a:sym typeface="Times New Roman"/>
              </a:rPr>
              <a:t>Visual hull size remains proportional to input image dimensions, preserving correct scale and aspect ratio.</a:t>
            </a:r>
            <a:endParaRPr sz="220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200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6" name="Google Shape;156;g3a45749e8f3_1_18"/>
          <p:cNvSpPr txBox="1"/>
          <p:nvPr>
            <p:ph idx="12" type="sldNum"/>
          </p:nvPr>
        </p:nvSpPr>
        <p:spPr>
          <a:xfrm>
            <a:off x="10802678" y="6284675"/>
            <a:ext cx="551100" cy="37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r>
              <a:rPr b="1" lang="en-US"/>
              <a:t>|</a:t>
            </a:r>
            <a:r>
              <a:rPr lang="en-US"/>
              <a:t>  </a:t>
            </a: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g3a45749e8f3_1_24"/>
          <p:cNvSpPr txBox="1"/>
          <p:nvPr>
            <p:ph type="title"/>
          </p:nvPr>
        </p:nvSpPr>
        <p:spPr>
          <a:xfrm>
            <a:off x="594303" y="-301775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Helvetica Neue"/>
              <a:buNone/>
            </a:pPr>
            <a:r>
              <a:rPr lang="en-US">
                <a:latin typeface="Times New Roman"/>
                <a:ea typeface="Times New Roman"/>
                <a:cs typeface="Times New Roman"/>
                <a:sym typeface="Times New Roman"/>
              </a:rPr>
              <a:t>References</a:t>
            </a:r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62" name="Google Shape;162;g3a45749e8f3_1_24"/>
          <p:cNvSpPr txBox="1"/>
          <p:nvPr>
            <p:ph idx="1" type="body"/>
          </p:nvPr>
        </p:nvSpPr>
        <p:spPr>
          <a:xfrm>
            <a:off x="1078725" y="1326300"/>
            <a:ext cx="10031100" cy="4351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 lnSpcReduction="20000"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latin typeface="Times New Roman"/>
                <a:ea typeface="Times New Roman"/>
                <a:cs typeface="Times New Roman"/>
                <a:sym typeface="Times New Roman"/>
              </a:rPr>
              <a:t>[1] A. Laurentini, “The Visual Hull Concept for Silhouette-Based Image Understanding,” IEEE Transactions on Pattern Analysis and Machine Intelligence, vol. 16, no. 2, pp. 150–162, 1994. </a:t>
            </a:r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00" u="sng">
                <a:solidFill>
                  <a:schemeClr val="hlink"/>
                </a:solidFill>
                <a:latin typeface="Arial"/>
                <a:ea typeface="Arial"/>
                <a:cs typeface="Arial"/>
                <a:sym typeface="Arial"/>
                <a:hlinkClick r:id="rId3"/>
              </a:rPr>
              <a:t>https://www.researchgate.net/publication/324389722/figure/fig3/AS:11431281391286952@1745321870314/Regular-3D-voxel-grid-unoccupied.tif</a:t>
            </a:r>
            <a:r>
              <a:rPr lang="en-US" sz="1900" u="sng">
                <a:latin typeface="Arial"/>
                <a:ea typeface="Arial"/>
                <a:cs typeface="Arial"/>
                <a:sym typeface="Arial"/>
              </a:rPr>
              <a:t>  </a:t>
            </a:r>
            <a:br>
              <a:rPr lang="en-US" sz="1900" u="sng">
                <a:latin typeface="Arial"/>
                <a:ea typeface="Arial"/>
                <a:cs typeface="Arial"/>
                <a:sym typeface="Arial"/>
              </a:rPr>
            </a:br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latin typeface="Times New Roman"/>
                <a:ea typeface="Times New Roman"/>
                <a:cs typeface="Times New Roman"/>
                <a:sym typeface="Times New Roman"/>
              </a:rPr>
              <a:t>[2] T. Pham, H. Nguyen, and M. Ho, “Multi-View 3D Reconstruction from     Silhouettes,” Computer Vision and Image Understanding, vol. 203, 103151, 2021. </a:t>
            </a:r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00" u="sng">
                <a:solidFill>
                  <a:schemeClr val="hlink"/>
                </a:solidFill>
                <a:latin typeface="Arial"/>
                <a:ea typeface="Arial"/>
                <a:cs typeface="Arial"/>
                <a:sym typeface="Arial"/>
                <a:hlinkClick r:id="rId4"/>
              </a:rPr>
              <a:t>https://www.itm-conferences.org/articles/itmconf/pdf/2024/07/itmconf_icacs2024_01010.pdf</a:t>
            </a:r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76200" lvl="0" marL="2286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Helvetica Neue Light"/>
              <a:buNone/>
            </a:pPr>
            <a:r>
              <a:t/>
            </a:r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76200" lvl="0" marL="2286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Helvetica Neue Light"/>
              <a:buNone/>
            </a:pPr>
            <a:r>
              <a:t/>
            </a:r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63" name="Google Shape;163;g3a45749e8f3_1_24"/>
          <p:cNvSpPr txBox="1"/>
          <p:nvPr>
            <p:ph idx="12" type="sldNum"/>
          </p:nvPr>
        </p:nvSpPr>
        <p:spPr>
          <a:xfrm>
            <a:off x="10802678" y="6284675"/>
            <a:ext cx="551100" cy="37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r>
              <a:rPr b="1" lang="en-US"/>
              <a:t>|</a:t>
            </a:r>
            <a:r>
              <a:rPr lang="en-US"/>
              <a:t>  </a:t>
            </a: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g3a45749e8f3_1_30"/>
          <p:cNvSpPr txBox="1"/>
          <p:nvPr>
            <p:ph type="title"/>
          </p:nvPr>
        </p:nvSpPr>
        <p:spPr>
          <a:xfrm>
            <a:off x="838203" y="2766150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Helvetica Neue"/>
              <a:buNone/>
            </a:pPr>
            <a:r>
              <a:rPr lang="en-US" sz="10000">
                <a:latin typeface="Times New Roman"/>
                <a:ea typeface="Times New Roman"/>
                <a:cs typeface="Times New Roman"/>
                <a:sym typeface="Times New Roman"/>
              </a:rPr>
              <a:t>THANK YOU</a:t>
            </a:r>
            <a:endParaRPr sz="1000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69" name="Google Shape;169;g3a45749e8f3_1_30"/>
          <p:cNvSpPr txBox="1"/>
          <p:nvPr>
            <p:ph idx="12" type="sldNum"/>
          </p:nvPr>
        </p:nvSpPr>
        <p:spPr>
          <a:xfrm>
            <a:off x="10802678" y="6284675"/>
            <a:ext cx="551100" cy="37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r>
              <a:rPr b="1" lang="en-US"/>
              <a:t>|</a:t>
            </a:r>
            <a:r>
              <a:rPr lang="en-US"/>
              <a:t>  </a:t>
            </a: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Ahmedabad University ">
      <a:dk1>
        <a:srgbClr val="000000"/>
      </a:dk1>
      <a:lt1>
        <a:srgbClr val="FFFFFF"/>
      </a:lt1>
      <a:dk2>
        <a:srgbClr val="7D1916"/>
      </a:dk2>
      <a:lt2>
        <a:srgbClr val="F2F1EE"/>
      </a:lt2>
      <a:accent1>
        <a:srgbClr val="894C00"/>
      </a:accent1>
      <a:accent2>
        <a:srgbClr val="7F4700"/>
      </a:accent2>
      <a:accent3>
        <a:srgbClr val="A5A5A5"/>
      </a:accent3>
      <a:accent4>
        <a:srgbClr val="BC933E"/>
      </a:accent4>
      <a:accent5>
        <a:srgbClr val="000000"/>
      </a:accent5>
      <a:accent6>
        <a:srgbClr val="FEFFFF"/>
      </a:accent6>
      <a:hlink>
        <a:srgbClr val="000000"/>
      </a:hlink>
      <a:folHlink>
        <a:srgbClr val="FEFFFF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